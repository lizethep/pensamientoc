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61" r:id="rId5"/>
    <p:sldId id="749" r:id="rId6"/>
    <p:sldId id="620" r:id="rId7"/>
    <p:sldId id="738" r:id="rId8"/>
    <p:sldId id="740" r:id="rId9"/>
    <p:sldId id="747" r:id="rId10"/>
    <p:sldId id="748" r:id="rId11"/>
    <p:sldId id="753" r:id="rId12"/>
    <p:sldId id="751" r:id="rId13"/>
    <p:sldId id="752" r:id="rId14"/>
    <p:sldId id="282" r:id="rId1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87E66A-A9B3-4C90-8832-4210B6327496}" v="28" dt="2026-08-31T22:46:25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 varScale="1">
        <p:scale>
          <a:sx n="114" d="100"/>
          <a:sy n="114" d="100"/>
        </p:scale>
        <p:origin x="73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">
      <pc:chgData name="Lizethe Pérez Fuertes" userId="4ae9ef87-2a7d-42f8-8dfa-0a501a9e2ff4" providerId="ADAL" clId="{FDDD45CB-1330-4033-A842-3D2746AFF7C7}" dt="2026-08-31T22:46:42.246" v="527" actId="1076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8-07T01:09:36.961" v="14" actId="478"/>
        <pc:sldMkLst>
          <pc:docMk/>
          <pc:sldMk cId="1182132109" sldId="257"/>
        </pc:sldMkLst>
        <pc:spChg chg="add del">
          <ac:chgData name="Lizethe Pérez Fuertes" userId="4ae9ef87-2a7d-42f8-8dfa-0a501a9e2ff4" providerId="ADAL" clId="{FDDD45CB-1330-4033-A842-3D2746AFF7C7}" dt="2026-08-07T01:09:36.961" v="14" actId="478"/>
          <ac:spMkLst>
            <pc:docMk/>
            <pc:sldMk cId="1182132109" sldId="257"/>
            <ac:spMk id="3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07T01:09:25.907" v="12" actId="1037"/>
          <ac:spMkLst>
            <pc:docMk/>
            <pc:sldMk cId="1182132109" sldId="257"/>
            <ac:spMk id="6" creationId="{EC4224C7-9398-570F-61FE-4CD55A0121B5}"/>
          </ac:spMkLst>
        </pc:spChg>
      </pc:sldChg>
      <pc:sldChg chg="modSp mod">
        <pc:chgData name="Lizethe Pérez Fuertes" userId="4ae9ef87-2a7d-42f8-8dfa-0a501a9e2ff4" providerId="ADAL" clId="{FDDD45CB-1330-4033-A842-3D2746AFF7C7}" dt="2026-08-07T01:11:32.500" v="31" actId="20577"/>
        <pc:sldMkLst>
          <pc:docMk/>
          <pc:sldMk cId="3355126383" sldId="259"/>
        </pc:sldMkLst>
        <pc:spChg chg="mod">
          <ac:chgData name="Lizethe Pérez Fuertes" userId="4ae9ef87-2a7d-42f8-8dfa-0a501a9e2ff4" providerId="ADAL" clId="{FDDD45CB-1330-4033-A842-3D2746AFF7C7}" dt="2026-08-07T01:11:32.500" v="31" actId="20577"/>
          <ac:spMkLst>
            <pc:docMk/>
            <pc:sldMk cId="3355126383" sldId="259"/>
            <ac:spMk id="4099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07T01:11:59.411" v="32" actId="207"/>
        <pc:sldMkLst>
          <pc:docMk/>
          <pc:sldMk cId="3325994410" sldId="260"/>
        </pc:sldMkLst>
        <pc:spChg chg="mod">
          <ac:chgData name="Lizethe Pérez Fuertes" userId="4ae9ef87-2a7d-42f8-8dfa-0a501a9e2ff4" providerId="ADAL" clId="{FDDD45CB-1330-4033-A842-3D2746AFF7C7}" dt="2026-08-07T01:11:59.411" v="32" actId="207"/>
          <ac:spMkLst>
            <pc:docMk/>
            <pc:sldMk cId="3325994410" sldId="260"/>
            <ac:spMk id="5122" creationId="{00000000-0000-0000-0000-000000000000}"/>
          </ac:spMkLst>
        </pc:spChg>
      </pc:sldChg>
      <pc:sldChg chg="del">
        <pc:chgData name="Lizethe Pérez Fuertes" userId="4ae9ef87-2a7d-42f8-8dfa-0a501a9e2ff4" providerId="ADAL" clId="{FDDD45CB-1330-4033-A842-3D2746AFF7C7}" dt="2026-08-31T22:39:02.823" v="445" actId="47"/>
        <pc:sldMkLst>
          <pc:docMk/>
          <pc:sldMk cId="305487090" sldId="262"/>
        </pc:sldMkLst>
      </pc:sldChg>
      <pc:sldChg chg="modSp mod">
        <pc:chgData name="Lizethe Pérez Fuertes" userId="4ae9ef87-2a7d-42f8-8dfa-0a501a9e2ff4" providerId="ADAL" clId="{FDDD45CB-1330-4033-A842-3D2746AFF7C7}" dt="2026-08-31T22:26:06.690" v="341" actId="1076"/>
        <pc:sldMkLst>
          <pc:docMk/>
          <pc:sldMk cId="658639050" sldId="620"/>
        </pc:sldMkLst>
        <pc:spChg chg="mod">
          <ac:chgData name="Lizethe Pérez Fuertes" userId="4ae9ef87-2a7d-42f8-8dfa-0a501a9e2ff4" providerId="ADAL" clId="{FDDD45CB-1330-4033-A842-3D2746AFF7C7}" dt="2026-08-31T22:26:06.690" v="341" actId="1076"/>
          <ac:spMkLst>
            <pc:docMk/>
            <pc:sldMk cId="658639050" sldId="620"/>
            <ac:spMk id="184324" creationId="{00000000-0000-0000-0000-000000000000}"/>
          </ac:spMkLst>
        </pc:spChg>
      </pc:sldChg>
      <pc:sldChg chg="del">
        <pc:chgData name="Lizethe Pérez Fuertes" userId="4ae9ef87-2a7d-42f8-8dfa-0a501a9e2ff4" providerId="ADAL" clId="{FDDD45CB-1330-4033-A842-3D2746AFF7C7}" dt="2026-08-31T22:39:02.823" v="445" actId="47"/>
        <pc:sldMkLst>
          <pc:docMk/>
          <pc:sldMk cId="1023280360" sldId="622"/>
        </pc:sldMkLst>
      </pc:sldChg>
      <pc:sldChg chg="del">
        <pc:chgData name="Lizethe Pérez Fuertes" userId="4ae9ef87-2a7d-42f8-8dfa-0a501a9e2ff4" providerId="ADAL" clId="{FDDD45CB-1330-4033-A842-3D2746AFF7C7}" dt="2026-08-31T22:04:14.491" v="33" actId="47"/>
        <pc:sldMkLst>
          <pc:docMk/>
          <pc:sldMk cId="725457009" sldId="736"/>
        </pc:sldMkLst>
      </pc:sldChg>
      <pc:sldChg chg="del">
        <pc:chgData name="Lizethe Pérez Fuertes" userId="4ae9ef87-2a7d-42f8-8dfa-0a501a9e2ff4" providerId="ADAL" clId="{FDDD45CB-1330-4033-A842-3D2746AFF7C7}" dt="2026-08-31T22:04:19.556" v="34" actId="47"/>
        <pc:sldMkLst>
          <pc:docMk/>
          <pc:sldMk cId="4069243242" sldId="737"/>
        </pc:sldMkLst>
      </pc:sldChg>
      <pc:sldChg chg="del">
        <pc:chgData name="Lizethe Pérez Fuertes" userId="4ae9ef87-2a7d-42f8-8dfa-0a501a9e2ff4" providerId="ADAL" clId="{FDDD45CB-1330-4033-A842-3D2746AFF7C7}" dt="2026-08-31T22:39:02.823" v="445" actId="47"/>
        <pc:sldMkLst>
          <pc:docMk/>
          <pc:sldMk cId="1720024169" sldId="746"/>
        </pc:sldMkLst>
      </pc:sldChg>
      <pc:sldChg chg="addSp delSp modSp add mod">
        <pc:chgData name="Lizethe Pérez Fuertes" userId="4ae9ef87-2a7d-42f8-8dfa-0a501a9e2ff4" providerId="ADAL" clId="{FDDD45CB-1330-4033-A842-3D2746AFF7C7}" dt="2026-08-31T22:09:55.145" v="189" actId="1076"/>
        <pc:sldMkLst>
          <pc:docMk/>
          <pc:sldMk cId="63926645" sldId="747"/>
        </pc:sldMkLst>
        <pc:spChg chg="add mod">
          <ac:chgData name="Lizethe Pérez Fuertes" userId="4ae9ef87-2a7d-42f8-8dfa-0a501a9e2ff4" providerId="ADAL" clId="{FDDD45CB-1330-4033-A842-3D2746AFF7C7}" dt="2026-08-31T22:09:55.145" v="189" actId="1076"/>
          <ac:spMkLst>
            <pc:docMk/>
            <pc:sldMk cId="63926645" sldId="747"/>
            <ac:spMk id="4" creationId="{10E8B43F-4895-431D-4168-F034553A31A1}"/>
          </ac:spMkLst>
        </pc:spChg>
        <pc:spChg chg="mod">
          <ac:chgData name="Lizethe Pérez Fuertes" userId="4ae9ef87-2a7d-42f8-8dfa-0a501a9e2ff4" providerId="ADAL" clId="{FDDD45CB-1330-4033-A842-3D2746AFF7C7}" dt="2026-08-31T22:06:26.992" v="42" actId="20577"/>
          <ac:spMkLst>
            <pc:docMk/>
            <pc:sldMk cId="63926645" sldId="747"/>
            <ac:spMk id="184324" creationId="{15A5C28D-FA26-E193-01A8-8314DB7A96FB}"/>
          </ac:spMkLst>
        </pc:spChg>
        <pc:graphicFrameChg chg="del mod modGraphic">
          <ac:chgData name="Lizethe Pérez Fuertes" userId="4ae9ef87-2a7d-42f8-8dfa-0a501a9e2ff4" providerId="ADAL" clId="{FDDD45CB-1330-4033-A842-3D2746AFF7C7}" dt="2026-08-31T22:09:50.840" v="188" actId="478"/>
          <ac:graphicFrameMkLst>
            <pc:docMk/>
            <pc:sldMk cId="63926645" sldId="747"/>
            <ac:graphicFrameMk id="2" creationId="{9BF688E9-6EC2-F55C-3EEF-3989C2DC1BBA}"/>
          </ac:graphicFrameMkLst>
        </pc:graphicFrameChg>
        <pc:picChg chg="mod">
          <ac:chgData name="Lizethe Pérez Fuertes" userId="4ae9ef87-2a7d-42f8-8dfa-0a501a9e2ff4" providerId="ADAL" clId="{FDDD45CB-1330-4033-A842-3D2746AFF7C7}" dt="2026-08-31T22:07:28.532" v="55" actId="1076"/>
          <ac:picMkLst>
            <pc:docMk/>
            <pc:sldMk cId="63926645" sldId="747"/>
            <ac:picMk id="7" creationId="{2AD2D294-6D47-7F49-AB23-4E50AAE4A9E8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31T22:46:42.246" v="527" actId="1076"/>
        <pc:sldMkLst>
          <pc:docMk/>
          <pc:sldMk cId="976675033" sldId="748"/>
        </pc:sldMkLst>
        <pc:spChg chg="del mod">
          <ac:chgData name="Lizethe Pérez Fuertes" userId="4ae9ef87-2a7d-42f8-8dfa-0a501a9e2ff4" providerId="ADAL" clId="{FDDD45CB-1330-4033-A842-3D2746AFF7C7}" dt="2026-08-31T22:24:47.590" v="311" actId="478"/>
          <ac:spMkLst>
            <pc:docMk/>
            <pc:sldMk cId="976675033" sldId="748"/>
            <ac:spMk id="4" creationId="{AD985AAD-37F3-F072-5F21-648CDAEE5F05}"/>
          </ac:spMkLst>
        </pc:spChg>
        <pc:spChg chg="mod">
          <ac:chgData name="Lizethe Pérez Fuertes" userId="4ae9ef87-2a7d-42f8-8dfa-0a501a9e2ff4" providerId="ADAL" clId="{FDDD45CB-1330-4033-A842-3D2746AFF7C7}" dt="2026-08-31T22:46:42.246" v="527" actId="1076"/>
          <ac:spMkLst>
            <pc:docMk/>
            <pc:sldMk cId="976675033" sldId="748"/>
            <ac:spMk id="184324" creationId="{20EF9A8A-F296-F1B4-F3CD-7CAA86A44984}"/>
          </ac:spMkLst>
        </pc:spChg>
        <pc:graphicFrameChg chg="add mod modGraphic">
          <ac:chgData name="Lizethe Pérez Fuertes" userId="4ae9ef87-2a7d-42f8-8dfa-0a501a9e2ff4" providerId="ADAL" clId="{FDDD45CB-1330-4033-A842-3D2746AFF7C7}" dt="2026-08-31T22:46:39.127" v="526" actId="1076"/>
          <ac:graphicFrameMkLst>
            <pc:docMk/>
            <pc:sldMk cId="976675033" sldId="748"/>
            <ac:graphicFrameMk id="2" creationId="{4A70B8DE-2D95-4867-6E8C-8E1194C32D04}"/>
          </ac:graphicFrameMkLst>
        </pc:graphicFrameChg>
        <pc:picChg chg="del mod">
          <ac:chgData name="Lizethe Pérez Fuertes" userId="4ae9ef87-2a7d-42f8-8dfa-0a501a9e2ff4" providerId="ADAL" clId="{FDDD45CB-1330-4033-A842-3D2746AFF7C7}" dt="2026-08-31T22:46:34.990" v="525" actId="478"/>
          <ac:picMkLst>
            <pc:docMk/>
            <pc:sldMk cId="976675033" sldId="748"/>
            <ac:picMk id="7" creationId="{1D46BE23-A830-DEF2-2E97-4747CB3C04B2}"/>
          </ac:picMkLst>
        </pc:picChg>
      </pc:sldChg>
      <pc:sldChg chg="add">
        <pc:chgData name="Lizethe Pérez Fuertes" userId="4ae9ef87-2a7d-42f8-8dfa-0a501a9e2ff4" providerId="ADAL" clId="{FDDD45CB-1330-4033-A842-3D2746AFF7C7}" dt="2026-08-31T22:25:35.714" v="317"/>
        <pc:sldMkLst>
          <pc:docMk/>
          <pc:sldMk cId="957847057" sldId="749"/>
        </pc:sldMkLst>
      </pc:sldChg>
      <pc:sldChg chg="add del">
        <pc:chgData name="Lizethe Pérez Fuertes" userId="4ae9ef87-2a7d-42f8-8dfa-0a501a9e2ff4" providerId="ADAL" clId="{FDDD45CB-1330-4033-A842-3D2746AFF7C7}" dt="2026-08-31T22:32:55.237" v="344" actId="47"/>
        <pc:sldMkLst>
          <pc:docMk/>
          <pc:sldMk cId="2422921185" sldId="750"/>
        </pc:sldMkLst>
      </pc:sldChg>
      <pc:sldChg chg="add">
        <pc:chgData name="Lizethe Pérez Fuertes" userId="4ae9ef87-2a7d-42f8-8dfa-0a501a9e2ff4" providerId="ADAL" clId="{FDDD45CB-1330-4033-A842-3D2746AFF7C7}" dt="2026-08-31T22:32:39.821" v="343"/>
        <pc:sldMkLst>
          <pc:docMk/>
          <pc:sldMk cId="1101156374" sldId="751"/>
        </pc:sldMkLst>
      </pc:sldChg>
      <pc:sldChg chg="addSp delSp modSp add mod">
        <pc:chgData name="Lizethe Pérez Fuertes" userId="4ae9ef87-2a7d-42f8-8dfa-0a501a9e2ff4" providerId="ADAL" clId="{FDDD45CB-1330-4033-A842-3D2746AFF7C7}" dt="2026-08-31T22:39:09.245" v="446" actId="1076"/>
        <pc:sldMkLst>
          <pc:docMk/>
          <pc:sldMk cId="925165325" sldId="752"/>
        </pc:sldMkLst>
        <pc:spChg chg="mod">
          <ac:chgData name="Lizethe Pérez Fuertes" userId="4ae9ef87-2a7d-42f8-8dfa-0a501a9e2ff4" providerId="ADAL" clId="{FDDD45CB-1330-4033-A842-3D2746AFF7C7}" dt="2026-08-31T22:39:09.245" v="446" actId="1076"/>
          <ac:spMkLst>
            <pc:docMk/>
            <pc:sldMk cId="925165325" sldId="752"/>
            <ac:spMk id="6" creationId="{016B9AC8-0CC3-CB42-086B-4B1D092C8898}"/>
          </ac:spMkLst>
        </pc:spChg>
        <pc:spChg chg="mod">
          <ac:chgData name="Lizethe Pérez Fuertes" userId="4ae9ef87-2a7d-42f8-8dfa-0a501a9e2ff4" providerId="ADAL" clId="{FDDD45CB-1330-4033-A842-3D2746AFF7C7}" dt="2026-08-31T22:33:34.978" v="394" actId="20577"/>
          <ac:spMkLst>
            <pc:docMk/>
            <pc:sldMk cId="925165325" sldId="752"/>
            <ac:spMk id="184324" creationId="{4B1B1A95-F351-A564-FCBA-2D6FEFDEDC94}"/>
          </ac:spMkLst>
        </pc:spChg>
        <pc:picChg chg="del">
          <ac:chgData name="Lizethe Pérez Fuertes" userId="4ae9ef87-2a7d-42f8-8dfa-0a501a9e2ff4" providerId="ADAL" clId="{FDDD45CB-1330-4033-A842-3D2746AFF7C7}" dt="2026-08-31T22:34:34.920" v="401" actId="478"/>
          <ac:picMkLst>
            <pc:docMk/>
            <pc:sldMk cId="925165325" sldId="752"/>
            <ac:picMk id="3" creationId="{245BCF3A-7CFE-FB90-24F8-CCE49BD08CBB}"/>
          </ac:picMkLst>
        </pc:picChg>
        <pc:picChg chg="add mod">
          <ac:chgData name="Lizethe Pérez Fuertes" userId="4ae9ef87-2a7d-42f8-8dfa-0a501a9e2ff4" providerId="ADAL" clId="{FDDD45CB-1330-4033-A842-3D2746AFF7C7}" dt="2026-08-31T22:38:48.677" v="444" actId="1076"/>
          <ac:picMkLst>
            <pc:docMk/>
            <pc:sldMk cId="925165325" sldId="752"/>
            <ac:picMk id="4" creationId="{A1756778-2134-D244-CA52-4D3717F54427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31T22:45:08.238" v="519" actId="1076"/>
        <pc:sldMkLst>
          <pc:docMk/>
          <pc:sldMk cId="3441457178" sldId="753"/>
        </pc:sldMkLst>
        <pc:spChg chg="mod">
          <ac:chgData name="Lizethe Pérez Fuertes" userId="4ae9ef87-2a7d-42f8-8dfa-0a501a9e2ff4" providerId="ADAL" clId="{FDDD45CB-1330-4033-A842-3D2746AFF7C7}" dt="2026-08-31T22:44:52.326" v="515" actId="123"/>
          <ac:spMkLst>
            <pc:docMk/>
            <pc:sldMk cId="3441457178" sldId="753"/>
            <ac:spMk id="6" creationId="{87A7DB2A-A4A3-D491-7DAD-F8F76F85E906}"/>
          </ac:spMkLst>
        </pc:spChg>
        <pc:spChg chg="mod">
          <ac:chgData name="Lizethe Pérez Fuertes" userId="4ae9ef87-2a7d-42f8-8dfa-0a501a9e2ff4" providerId="ADAL" clId="{FDDD45CB-1330-4033-A842-3D2746AFF7C7}" dt="2026-08-31T22:40:46.026" v="468" actId="27636"/>
          <ac:spMkLst>
            <pc:docMk/>
            <pc:sldMk cId="3441457178" sldId="753"/>
            <ac:spMk id="184324" creationId="{A4B81318-C99D-1979-912A-E658F9B33987}"/>
          </ac:spMkLst>
        </pc:spChg>
        <pc:picChg chg="del">
          <ac:chgData name="Lizethe Pérez Fuertes" userId="4ae9ef87-2a7d-42f8-8dfa-0a501a9e2ff4" providerId="ADAL" clId="{FDDD45CB-1330-4033-A842-3D2746AFF7C7}" dt="2026-08-31T22:41:50.144" v="474" actId="478"/>
          <ac:picMkLst>
            <pc:docMk/>
            <pc:sldMk cId="3441457178" sldId="753"/>
            <ac:picMk id="3" creationId="{372D0D3A-586B-398B-AF79-86D7DB13307B}"/>
          </ac:picMkLst>
        </pc:picChg>
        <pc:picChg chg="add mod">
          <ac:chgData name="Lizethe Pérez Fuertes" userId="4ae9ef87-2a7d-42f8-8dfa-0a501a9e2ff4" providerId="ADAL" clId="{FDDD45CB-1330-4033-A842-3D2746AFF7C7}" dt="2026-08-31T22:45:04.460" v="518" actId="1076"/>
          <ac:picMkLst>
            <pc:docMk/>
            <pc:sldMk cId="3441457178" sldId="753"/>
            <ac:picMk id="4" creationId="{44FEA35F-94CA-91DD-AF84-3B3713904CEA}"/>
          </ac:picMkLst>
        </pc:picChg>
        <pc:picChg chg="add mod">
          <ac:chgData name="Lizethe Pérez Fuertes" userId="4ae9ef87-2a7d-42f8-8dfa-0a501a9e2ff4" providerId="ADAL" clId="{FDDD45CB-1330-4033-A842-3D2746AFF7C7}" dt="2026-08-31T22:45:08.238" v="519" actId="1076"/>
          <ac:picMkLst>
            <pc:docMk/>
            <pc:sldMk cId="3441457178" sldId="753"/>
            <ac:picMk id="7" creationId="{C56BB40A-E323-7BDD-7198-0153399B62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7A054-6D4F-4ED4-B3E7-62AC408CF793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A5C2F-87B0-4382-B452-9CF1E6F724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880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A5C2F-87B0-4382-B452-9CF1E6F7248D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22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8640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540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3241-1370-A20A-C613-441253F7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51EB1CA-8308-ACA8-DB06-0810243C2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71D45D-144E-58B7-55F3-560D0F20A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A7EF0E-B37C-8437-8820-FB4F4BA87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1821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64C8D-2C77-881C-BB6C-57DCB393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50062A-4714-6E8A-3BE0-7F89F1CFA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CB4E9C-B5D2-01A1-071D-B254BD7EC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43C64C-EA6E-A9D9-8974-6FE318260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1977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48E7-9DFD-385D-649C-F1090E26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CE7A04-4A34-BEA8-3521-9035EB63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3CD0EE-0DFF-D4EB-0C1D-F29AE8F43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59DD29-D35F-B0E0-6FEC-ADE8BBB16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47991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950B-B1C1-9315-4592-E76FE600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DB3CAD-66F8-787D-33FE-C825432F6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574802-49D8-5030-30BF-D80B63062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17177B-1245-2D27-9218-4329C3C31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24582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A346-D04C-E458-7ECE-2FE0F297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E0E811-05B4-FDE6-D45A-EC390BB1A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8D351C-2733-5671-7CEB-4B760652A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79A3B4-5607-30B9-E4ED-3879ED5B3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32278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292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161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892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736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541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566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7581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789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959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12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614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33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1B184-8162-40A9-BCCC-182276235E4C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805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Matrices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140968"/>
            <a:ext cx="4104456" cy="303692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4224C7-9398-570F-61FE-4CD55A0121B5}"/>
              </a:ext>
            </a:extLst>
          </p:cNvPr>
          <p:cNvSpPr txBox="1">
            <a:spLocks/>
          </p:cNvSpPr>
          <p:nvPr/>
        </p:nvSpPr>
        <p:spPr>
          <a:xfrm>
            <a:off x="755576" y="404664"/>
            <a:ext cx="7342584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334789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307976"/>
            <a:ext cx="7501011" cy="2985120"/>
          </a:xfrm>
        </p:spPr>
        <p:txBody>
          <a:bodyPr>
            <a:normAutofit fontScale="92500"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arreglo (vector)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 definimos como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 relación entre un nombre y un conjunto de localidades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. 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Decimos que la estructura de datos que definimos en el arreglo es de una sola dimensión ya que utilizamos un solo valor para identificar a cada localidad (0,1,2,...,n-1). </a:t>
            </a:r>
          </a:p>
        </p:txBody>
      </p:sp>
      <p:grpSp>
        <p:nvGrpSpPr>
          <p:cNvPr id="217092" name="Group 4"/>
          <p:cNvGrpSpPr>
            <a:grpSpLocks/>
          </p:cNvGrpSpPr>
          <p:nvPr/>
        </p:nvGrpSpPr>
        <p:grpSpPr bwMode="auto">
          <a:xfrm>
            <a:off x="2609850" y="4653136"/>
            <a:ext cx="4267200" cy="1108075"/>
            <a:chOff x="1728" y="3120"/>
            <a:chExt cx="2688" cy="698"/>
          </a:xfrm>
        </p:grpSpPr>
        <p:grpSp>
          <p:nvGrpSpPr>
            <p:cNvPr id="4101" name="Group 5"/>
            <p:cNvGrpSpPr>
              <a:grpSpLocks/>
            </p:cNvGrpSpPr>
            <p:nvPr/>
          </p:nvGrpSpPr>
          <p:grpSpPr bwMode="auto">
            <a:xfrm>
              <a:off x="1728" y="3120"/>
              <a:ext cx="2688" cy="336"/>
              <a:chOff x="1728" y="3120"/>
              <a:chExt cx="2688" cy="336"/>
            </a:xfrm>
          </p:grpSpPr>
          <p:sp>
            <p:nvSpPr>
              <p:cNvPr id="4110" name="Rectangle 6"/>
              <p:cNvSpPr>
                <a:spLocks noChangeArrowheads="1"/>
              </p:cNvSpPr>
              <p:nvPr/>
            </p:nvSpPr>
            <p:spPr bwMode="auto">
              <a:xfrm>
                <a:off x="1728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1" name="Rectangle 7"/>
              <p:cNvSpPr>
                <a:spLocks noChangeArrowheads="1"/>
              </p:cNvSpPr>
              <p:nvPr/>
            </p:nvSpPr>
            <p:spPr bwMode="auto">
              <a:xfrm>
                <a:off x="2064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2" name="Rectangle 8"/>
              <p:cNvSpPr>
                <a:spLocks noChangeArrowheads="1"/>
              </p:cNvSpPr>
              <p:nvPr/>
            </p:nvSpPr>
            <p:spPr bwMode="auto">
              <a:xfrm>
                <a:off x="2400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3" name="Rectangle 9"/>
              <p:cNvSpPr>
                <a:spLocks noChangeArrowheads="1"/>
              </p:cNvSpPr>
              <p:nvPr/>
            </p:nvSpPr>
            <p:spPr bwMode="auto">
              <a:xfrm>
                <a:off x="2736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4" name="Rectangle 10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5" name="Rectangle 11"/>
              <p:cNvSpPr>
                <a:spLocks noChangeArrowheads="1"/>
              </p:cNvSpPr>
              <p:nvPr/>
            </p:nvSpPr>
            <p:spPr bwMode="auto">
              <a:xfrm>
                <a:off x="3408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6" name="Rectangle 12"/>
              <p:cNvSpPr>
                <a:spLocks noChangeArrowheads="1"/>
              </p:cNvSpPr>
              <p:nvPr/>
            </p:nvSpPr>
            <p:spPr bwMode="auto">
              <a:xfrm>
                <a:off x="3744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7" name="Rectangle 13"/>
              <p:cNvSpPr>
                <a:spLocks noChangeArrowheads="1"/>
              </p:cNvSpPr>
              <p:nvPr/>
            </p:nvSpPr>
            <p:spPr bwMode="auto">
              <a:xfrm>
                <a:off x="4080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4102" name="Text Box 14"/>
            <p:cNvSpPr txBox="1">
              <a:spLocks noChangeArrowheads="1"/>
            </p:cNvSpPr>
            <p:nvPr/>
          </p:nvSpPr>
          <p:spPr bwMode="auto">
            <a:xfrm>
              <a:off x="1800" y="3530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103" name="Text Box 15"/>
            <p:cNvSpPr txBox="1">
              <a:spLocks noChangeArrowheads="1"/>
            </p:cNvSpPr>
            <p:nvPr/>
          </p:nvSpPr>
          <p:spPr bwMode="auto">
            <a:xfrm>
              <a:off x="2140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104" name="Text Box 16"/>
            <p:cNvSpPr txBox="1">
              <a:spLocks noChangeArrowheads="1"/>
            </p:cNvSpPr>
            <p:nvPr/>
          </p:nvSpPr>
          <p:spPr bwMode="auto">
            <a:xfrm>
              <a:off x="2448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105" name="Text Box 17"/>
            <p:cNvSpPr txBox="1">
              <a:spLocks noChangeArrowheads="1"/>
            </p:cNvSpPr>
            <p:nvPr/>
          </p:nvSpPr>
          <p:spPr bwMode="auto">
            <a:xfrm>
              <a:off x="2824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106" name="Text Box 18"/>
            <p:cNvSpPr txBox="1">
              <a:spLocks noChangeArrowheads="1"/>
            </p:cNvSpPr>
            <p:nvPr/>
          </p:nvSpPr>
          <p:spPr bwMode="auto">
            <a:xfrm>
              <a:off x="3164" y="3526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107" name="Text Box 19"/>
            <p:cNvSpPr txBox="1">
              <a:spLocks noChangeArrowheads="1"/>
            </p:cNvSpPr>
            <p:nvPr/>
          </p:nvSpPr>
          <p:spPr bwMode="auto">
            <a:xfrm>
              <a:off x="3472" y="3526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108" name="Text Box 20"/>
            <p:cNvSpPr txBox="1">
              <a:spLocks noChangeArrowheads="1"/>
            </p:cNvSpPr>
            <p:nvPr/>
          </p:nvSpPr>
          <p:spPr bwMode="auto">
            <a:xfrm>
              <a:off x="3836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109" name="Text Box 21"/>
            <p:cNvSpPr txBox="1">
              <a:spLocks noChangeArrowheads="1"/>
            </p:cNvSpPr>
            <p:nvPr/>
          </p:nvSpPr>
          <p:spPr bwMode="auto">
            <a:xfrm>
              <a:off x="4144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512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4904" y="1562224"/>
            <a:ext cx="7484368" cy="3024969"/>
          </a:xfrm>
        </p:spPr>
        <p:txBody>
          <a:bodyPr>
            <a:normAutofit fontScale="92500" lnSpcReduction="20000"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matriz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también es una colección de localidades asociadas a un nombre, sólo que los datos se organizan en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dos dimensiones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Por ello, para hacer referencia a una localidad del arreglo se necesitan de dos números:  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9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* El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número de renglón</a:t>
            </a:r>
            <a:r>
              <a:rPr lang="es-ES_tradnl" sz="24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* El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número de columna </a:t>
            </a:r>
          </a:p>
          <a:p>
            <a:pPr eaLnBrk="1" hangingPunct="1">
              <a:lnSpc>
                <a:spcPct val="90000"/>
              </a:lnSpc>
            </a:pPr>
            <a:endParaRPr lang="es-ES_tradnl" sz="2800" dirty="0"/>
          </a:p>
        </p:txBody>
      </p:sp>
      <p:grpSp>
        <p:nvGrpSpPr>
          <p:cNvPr id="218115" name="Group 3"/>
          <p:cNvGrpSpPr>
            <a:grpSpLocks/>
          </p:cNvGrpSpPr>
          <p:nvPr/>
        </p:nvGrpSpPr>
        <p:grpSpPr bwMode="auto">
          <a:xfrm>
            <a:off x="4837117" y="3573016"/>
            <a:ext cx="3556000" cy="2616200"/>
            <a:chOff x="3232" y="2384"/>
            <a:chExt cx="2240" cy="1648"/>
          </a:xfrm>
        </p:grpSpPr>
        <p:grpSp>
          <p:nvGrpSpPr>
            <p:cNvPr id="5125" name="Group 4"/>
            <p:cNvGrpSpPr>
              <a:grpSpLocks/>
            </p:cNvGrpSpPr>
            <p:nvPr/>
          </p:nvGrpSpPr>
          <p:grpSpPr bwMode="auto">
            <a:xfrm>
              <a:off x="3528" y="2384"/>
              <a:ext cx="1884" cy="292"/>
              <a:chOff x="3528" y="2384"/>
              <a:chExt cx="1884" cy="292"/>
            </a:xfrm>
          </p:grpSpPr>
          <p:sp>
            <p:nvSpPr>
              <p:cNvPr id="5155" name="Text Box 5"/>
              <p:cNvSpPr txBox="1">
                <a:spLocks noChangeArrowheads="1"/>
              </p:cNvSpPr>
              <p:nvPr/>
            </p:nvSpPr>
            <p:spPr bwMode="auto">
              <a:xfrm>
                <a:off x="3528" y="238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5156" name="Text Box 6"/>
              <p:cNvSpPr txBox="1">
                <a:spLocks noChangeArrowheads="1"/>
              </p:cNvSpPr>
              <p:nvPr/>
            </p:nvSpPr>
            <p:spPr bwMode="auto">
              <a:xfrm>
                <a:off x="3868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5157" name="Text Box 7"/>
              <p:cNvSpPr txBox="1">
                <a:spLocks noChangeArrowheads="1"/>
              </p:cNvSpPr>
              <p:nvPr/>
            </p:nvSpPr>
            <p:spPr bwMode="auto">
              <a:xfrm>
                <a:off x="4176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5158" name="Text Box 8"/>
              <p:cNvSpPr txBox="1">
                <a:spLocks noChangeArrowheads="1"/>
              </p:cNvSpPr>
              <p:nvPr/>
            </p:nvSpPr>
            <p:spPr bwMode="auto">
              <a:xfrm>
                <a:off x="4552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5159" name="Text Box 9"/>
              <p:cNvSpPr txBox="1">
                <a:spLocks noChangeArrowheads="1"/>
              </p:cNvSpPr>
              <p:nvPr/>
            </p:nvSpPr>
            <p:spPr bwMode="auto">
              <a:xfrm>
                <a:off x="4892" y="238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5160" name="Text Box 10"/>
              <p:cNvSpPr txBox="1">
                <a:spLocks noChangeArrowheads="1"/>
              </p:cNvSpPr>
              <p:nvPr/>
            </p:nvSpPr>
            <p:spPr bwMode="auto">
              <a:xfrm>
                <a:off x="5200" y="238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5</a:t>
                </a:r>
              </a:p>
            </p:txBody>
          </p:sp>
        </p:grpSp>
        <p:grpSp>
          <p:nvGrpSpPr>
            <p:cNvPr id="5126" name="Group 11"/>
            <p:cNvGrpSpPr>
              <a:grpSpLocks/>
            </p:cNvGrpSpPr>
            <p:nvPr/>
          </p:nvGrpSpPr>
          <p:grpSpPr bwMode="auto">
            <a:xfrm>
              <a:off x="3456" y="2688"/>
              <a:ext cx="2016" cy="1344"/>
              <a:chOff x="2928" y="2640"/>
              <a:chExt cx="2016" cy="1344"/>
            </a:xfrm>
          </p:grpSpPr>
          <p:sp>
            <p:nvSpPr>
              <p:cNvPr id="5131" name="Rectangle 12"/>
              <p:cNvSpPr>
                <a:spLocks noChangeArrowheads="1"/>
              </p:cNvSpPr>
              <p:nvPr/>
            </p:nvSpPr>
            <p:spPr bwMode="auto">
              <a:xfrm>
                <a:off x="2928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2" name="Rectangle 13"/>
              <p:cNvSpPr>
                <a:spLocks noChangeArrowheads="1"/>
              </p:cNvSpPr>
              <p:nvPr/>
            </p:nvSpPr>
            <p:spPr bwMode="auto">
              <a:xfrm>
                <a:off x="3264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3" name="Rectangle 14"/>
              <p:cNvSpPr>
                <a:spLocks noChangeArrowheads="1"/>
              </p:cNvSpPr>
              <p:nvPr/>
            </p:nvSpPr>
            <p:spPr bwMode="auto">
              <a:xfrm>
                <a:off x="3600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4" name="Rectangle 15"/>
              <p:cNvSpPr>
                <a:spLocks noChangeArrowheads="1"/>
              </p:cNvSpPr>
              <p:nvPr/>
            </p:nvSpPr>
            <p:spPr bwMode="auto">
              <a:xfrm>
                <a:off x="3936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5" name="Rectangle 16"/>
              <p:cNvSpPr>
                <a:spLocks noChangeArrowheads="1"/>
              </p:cNvSpPr>
              <p:nvPr/>
            </p:nvSpPr>
            <p:spPr bwMode="auto">
              <a:xfrm>
                <a:off x="4272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6" name="Rectangle 17"/>
              <p:cNvSpPr>
                <a:spLocks noChangeArrowheads="1"/>
              </p:cNvSpPr>
              <p:nvPr/>
            </p:nvSpPr>
            <p:spPr bwMode="auto">
              <a:xfrm>
                <a:off x="4608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7" name="Rectangle 18"/>
              <p:cNvSpPr>
                <a:spLocks noChangeArrowheads="1"/>
              </p:cNvSpPr>
              <p:nvPr/>
            </p:nvSpPr>
            <p:spPr bwMode="auto">
              <a:xfrm>
                <a:off x="2928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8" name="Rectangle 19"/>
              <p:cNvSpPr>
                <a:spLocks noChangeArrowheads="1"/>
              </p:cNvSpPr>
              <p:nvPr/>
            </p:nvSpPr>
            <p:spPr bwMode="auto">
              <a:xfrm>
                <a:off x="3264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9" name="Rectangle 20"/>
              <p:cNvSpPr>
                <a:spLocks noChangeArrowheads="1"/>
              </p:cNvSpPr>
              <p:nvPr/>
            </p:nvSpPr>
            <p:spPr bwMode="auto">
              <a:xfrm>
                <a:off x="3600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0" name="Rectangle 21"/>
              <p:cNvSpPr>
                <a:spLocks noChangeArrowheads="1"/>
              </p:cNvSpPr>
              <p:nvPr/>
            </p:nvSpPr>
            <p:spPr bwMode="auto">
              <a:xfrm>
                <a:off x="3936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1" name="Rectangle 22"/>
              <p:cNvSpPr>
                <a:spLocks noChangeArrowheads="1"/>
              </p:cNvSpPr>
              <p:nvPr/>
            </p:nvSpPr>
            <p:spPr bwMode="auto">
              <a:xfrm>
                <a:off x="4272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2" name="Rectangle 23"/>
              <p:cNvSpPr>
                <a:spLocks noChangeArrowheads="1"/>
              </p:cNvSpPr>
              <p:nvPr/>
            </p:nvSpPr>
            <p:spPr bwMode="auto">
              <a:xfrm>
                <a:off x="4608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3" name="Rectangle 24"/>
              <p:cNvSpPr>
                <a:spLocks noChangeArrowheads="1"/>
              </p:cNvSpPr>
              <p:nvPr/>
            </p:nvSpPr>
            <p:spPr bwMode="auto">
              <a:xfrm>
                <a:off x="2928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4" name="Rectangle 25"/>
              <p:cNvSpPr>
                <a:spLocks noChangeArrowheads="1"/>
              </p:cNvSpPr>
              <p:nvPr/>
            </p:nvSpPr>
            <p:spPr bwMode="auto">
              <a:xfrm>
                <a:off x="3264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5" name="Rectangle 26"/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6" name="Rectangle 27"/>
              <p:cNvSpPr>
                <a:spLocks noChangeArrowheads="1"/>
              </p:cNvSpPr>
              <p:nvPr/>
            </p:nvSpPr>
            <p:spPr bwMode="auto">
              <a:xfrm>
                <a:off x="3936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7" name="Rectangle 28"/>
              <p:cNvSpPr>
                <a:spLocks noChangeArrowheads="1"/>
              </p:cNvSpPr>
              <p:nvPr/>
            </p:nvSpPr>
            <p:spPr bwMode="auto">
              <a:xfrm>
                <a:off x="4272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8" name="Rectangle 29"/>
              <p:cNvSpPr>
                <a:spLocks noChangeArrowheads="1"/>
              </p:cNvSpPr>
              <p:nvPr/>
            </p:nvSpPr>
            <p:spPr bwMode="auto">
              <a:xfrm>
                <a:off x="4608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9" name="Rectangle 30"/>
              <p:cNvSpPr>
                <a:spLocks noChangeArrowheads="1"/>
              </p:cNvSpPr>
              <p:nvPr/>
            </p:nvSpPr>
            <p:spPr bwMode="auto">
              <a:xfrm>
                <a:off x="2928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0" name="Rectangle 31"/>
              <p:cNvSpPr>
                <a:spLocks noChangeArrowheads="1"/>
              </p:cNvSpPr>
              <p:nvPr/>
            </p:nvSpPr>
            <p:spPr bwMode="auto">
              <a:xfrm>
                <a:off x="3264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1" name="Rectangle 32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2" name="Rectangle 33"/>
              <p:cNvSpPr>
                <a:spLocks noChangeArrowheads="1"/>
              </p:cNvSpPr>
              <p:nvPr/>
            </p:nvSpPr>
            <p:spPr bwMode="auto">
              <a:xfrm>
                <a:off x="3936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3" name="Rectangle 34"/>
              <p:cNvSpPr>
                <a:spLocks noChangeArrowheads="1"/>
              </p:cNvSpPr>
              <p:nvPr/>
            </p:nvSpPr>
            <p:spPr bwMode="auto">
              <a:xfrm>
                <a:off x="4272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4" name="Rectangle 35"/>
              <p:cNvSpPr>
                <a:spLocks noChangeArrowheads="1"/>
              </p:cNvSpPr>
              <p:nvPr/>
            </p:nvSpPr>
            <p:spPr bwMode="auto">
              <a:xfrm>
                <a:off x="4608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5127" name="Text Box 36"/>
            <p:cNvSpPr txBox="1">
              <a:spLocks noChangeArrowheads="1"/>
            </p:cNvSpPr>
            <p:nvPr/>
          </p:nvSpPr>
          <p:spPr bwMode="auto">
            <a:xfrm>
              <a:off x="3232" y="26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128" name="Text Box 37"/>
            <p:cNvSpPr txBox="1">
              <a:spLocks noChangeArrowheads="1"/>
            </p:cNvSpPr>
            <p:nvPr/>
          </p:nvSpPr>
          <p:spPr bwMode="auto">
            <a:xfrm>
              <a:off x="3232" y="30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29" name="Text Box 38"/>
            <p:cNvSpPr txBox="1">
              <a:spLocks noChangeArrowheads="1"/>
            </p:cNvSpPr>
            <p:nvPr/>
          </p:nvSpPr>
          <p:spPr bwMode="auto">
            <a:xfrm>
              <a:off x="3232" y="33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130" name="Text Box 39"/>
            <p:cNvSpPr txBox="1">
              <a:spLocks noChangeArrowheads="1"/>
            </p:cNvSpPr>
            <p:nvPr/>
          </p:nvSpPr>
          <p:spPr bwMode="auto">
            <a:xfrm>
              <a:off x="3232" y="36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41" name="Rectangle 2">
            <a:extLst>
              <a:ext uri="{FF2B5EF4-FFF2-40B4-BE49-F238E27FC236}">
                <a16:creationId xmlns:a16="http://schemas.microsoft.com/office/drawing/2014/main" id="{C0BA16FA-D5BB-48FE-9E2C-831820CB4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334789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332599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27248" y="1115144"/>
            <a:ext cx="8077200" cy="54102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De la misma manera que en los arreglos, la numeración de renglones y de columnas inicia desde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.  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Si por ejemplo definimos una matriz de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renglones y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columnas, el primer elemento de la colección se encontraría en: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renglón 0</a:t>
            </a:r>
            <a:r>
              <a:rPr lang="es-ES_tradnl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columna 0</a:t>
            </a:r>
            <a:r>
              <a:rPr lang="es-ES_tradnl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Y el último elemento se encontraría en: 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renglón 5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columna 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912" y="3450049"/>
            <a:ext cx="2592288" cy="2499503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FB16933-B78A-40C4-87E1-FF8F00B9A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218728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261167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19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19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1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21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19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19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219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A9D8-E952-408D-1EEC-282BBB08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19D1769E-935A-85C2-26DB-EA5DCF3C5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0040" y="269776"/>
            <a:ext cx="7772400" cy="1143000"/>
          </a:xfrm>
        </p:spPr>
        <p:txBody>
          <a:bodyPr/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Definición de una matriz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B9973236-F7E1-FD0F-0388-84D86C4E2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0040" y="1581594"/>
            <a:ext cx="7844408" cy="2664296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La definición de variables de tipo matriz es similar a los arreglos, la forma general de declarar una variable matriz es la siguiente: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MX" sz="2000" b="1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</a:t>
            </a:r>
            <a:endParaRPr lang="es-MX" sz="2000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matriz =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 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 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]])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1 Imagen">
            <a:extLst>
              <a:ext uri="{FF2B5EF4-FFF2-40B4-BE49-F238E27FC236}">
                <a16:creationId xmlns:a16="http://schemas.microsoft.com/office/drawing/2014/main" id="{0CDDAF9E-BCDE-535F-7DF6-DF2D3B9E6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245890"/>
            <a:ext cx="1440160" cy="137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4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Atributos de una matriz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27584" y="980728"/>
            <a:ext cx="7776864" cy="389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([[1, 2, 3, 4], [5, 6, 7, 8], [9, 10, 11, 12]])</a:t>
            </a:r>
          </a:p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Una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matriz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 un objeto de la clase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Un objeto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tiene los siguientes atributos: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.ndim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shape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size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238336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 Aritméticas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331640" y="1556792"/>
            <a:ext cx="6696744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Algunas operaciones aritméticas de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Numpy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Multiplicación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División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Potencia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Sumar un valor a toda la matriz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Restar un valor a toda la matriz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Elevar cada elemento de la matriz a un número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4ABBF77-B078-22FE-EFD9-37809813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348880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75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Resumen de operaciones aritméticas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200CB4C-120B-49E6-A093-AA107ABCA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435246"/>
              </p:ext>
            </p:extLst>
          </p:nvPr>
        </p:nvGraphicFramePr>
        <p:xfrm>
          <a:off x="755576" y="2058679"/>
          <a:ext cx="7056783" cy="2194560"/>
        </p:xfrm>
        <a:graphic>
          <a:graphicData uri="http://schemas.openxmlformats.org/drawingml/2006/table">
            <a:tbl>
              <a:tblPr/>
              <a:tblGrid>
                <a:gridCol w="2352261">
                  <a:extLst>
                    <a:ext uri="{9D8B030D-6E8A-4147-A177-3AD203B41FA5}">
                      <a16:colId xmlns:a16="http://schemas.microsoft.com/office/drawing/2014/main" val="1716184664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383890695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3957524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Operación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Notación Compacta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Notación Funcional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79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suma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+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np.sum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7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resta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-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np.subtract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384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multiplicación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*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np.multiply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886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división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/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np.divide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94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potencia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**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np.power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024408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E27C9DA3-683F-7F7F-DB53-0E5161A94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4694288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4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D87F-9684-42B3-2B68-232CD4D21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15A5C28D-FA26-E193-01A8-8314DB7A9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Otras operaciones aritméticas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AD2D294-6D47-7F49-AB23-4E50AAE4A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13176"/>
            <a:ext cx="4320480" cy="164373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0E8B43F-4895-431D-4168-F034553A31A1}"/>
              </a:ext>
            </a:extLst>
          </p:cNvPr>
          <p:cNvSpPr txBox="1"/>
          <p:nvPr/>
        </p:nvSpPr>
        <p:spPr>
          <a:xfrm>
            <a:off x="635224" y="2132856"/>
            <a:ext cx="8236621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Operación                                                                     Notación Compacta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Sumar un valor a toda la matriz: 			matriz * valor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Restar un valor a toda la matriz: 			matriz - valor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Elevar cada elemento de la matriz a un número 	matriz ** valor</a:t>
            </a:r>
          </a:p>
        </p:txBody>
      </p:sp>
    </p:spTree>
    <p:extLst>
      <p:ext uri="{BB962C8B-B14F-4D97-AF65-F5344CB8AC3E}">
        <p14:creationId xmlns:p14="http://schemas.microsoft.com/office/powerpoint/2010/main" val="6392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5030-829C-EE15-4AE3-B6C58266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20EF9A8A-F296-F1B4-F3CD-7CAA86A44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 básicas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4A70B8DE-2D95-4867-6E8C-8E1194C32D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981601"/>
                  </p:ext>
                </p:extLst>
              </p:nvPr>
            </p:nvGraphicFramePr>
            <p:xfrm>
              <a:off x="1421160" y="1628800"/>
              <a:ext cx="6096000" cy="38458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471475165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13300078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Operación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Notación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23092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800" b="1" dirty="0"/>
                            <a:t>Traza de una matriz</a:t>
                          </a:r>
                        </a:p>
                        <a:p>
                          <a:pPr algn="ctr"/>
                          <a:r>
                            <a:rPr lang="es-MX" sz="1800" dirty="0"/>
                            <a:t>Obtener la suma de los elementos de la diagonal principal</a:t>
                          </a:r>
                          <a:endParaRPr lang="es-MX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err="1"/>
                            <a:t>np.trace</a:t>
                          </a:r>
                          <a:r>
                            <a:rPr lang="es-MX" dirty="0"/>
                            <a:t>(matriz)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5720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8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Transposición de una matriz </a:t>
                          </a:r>
                          <a:endParaRPr lang="es-MX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Intercambia las filas por columnas</a:t>
                          </a:r>
                          <a:endParaRPr lang="es-MX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dirty="0" err="1"/>
                            <a:t>np.transpose</a:t>
                          </a:r>
                          <a:r>
                            <a:rPr lang="es-MX" dirty="0"/>
                            <a:t>(matriz)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9017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8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Cálculo de determinante </a:t>
                          </a:r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Calcula el determinante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kern="1200" smtClean="0">
                                  <a:solidFill>
                                    <a:schemeClr val="dk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|</m:t>
                              </m:r>
                              <m:r>
                                <a:rPr lang="es-MX" sz="1800" i="1" kern="1200">
                                  <a:solidFill>
                                    <a:schemeClr val="dk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𝑀</m:t>
                              </m:r>
                              <m:r>
                                <a:rPr lang="es-MX" sz="1800" i="0" kern="1200">
                                  <a:solidFill>
                                    <a:schemeClr val="dk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|=</m:t>
                              </m:r>
                              <m:d>
                                <m:dPr>
                                  <m:ctrlPr>
                                    <a:rPr lang="es-MX" sz="18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  <m:r>
                                    <a:rPr lang="es-MX" sz="18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r>
                                    <a:rPr lang="es-MX" sz="18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s-MX" sz="1800" i="0" kern="1200">
                                  <a:solidFill>
                                    <a:schemeClr val="dk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s-MX" sz="18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s-MX" sz="18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r>
                                    <a:rPr lang="es-MX" sz="18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para la matriz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s-MX" sz="18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MX" sz="1800" i="1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s-MX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s-MX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MX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s-MX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s-MX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err="1"/>
                            <a:t>np.linalg.det</a:t>
                          </a:r>
                          <a:r>
                            <a:rPr lang="es-MX" dirty="0"/>
                            <a:t>(matriz)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43752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4A70B8DE-2D95-4867-6E8C-8E1194C32D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981601"/>
                  </p:ext>
                </p:extLst>
              </p:nvPr>
            </p:nvGraphicFramePr>
            <p:xfrm>
              <a:off x="1421160" y="1628800"/>
              <a:ext cx="6096000" cy="38458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471475165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13300078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Operación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Notación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230924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800" b="1" dirty="0"/>
                            <a:t>Traza de una matriz</a:t>
                          </a:r>
                        </a:p>
                        <a:p>
                          <a:pPr algn="ctr"/>
                          <a:r>
                            <a:rPr lang="es-MX" sz="1800" dirty="0"/>
                            <a:t>Obtener la suma de los elementos de la diagonal principal</a:t>
                          </a:r>
                          <a:endParaRPr lang="es-MX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err="1"/>
                            <a:t>np.trace</a:t>
                          </a:r>
                          <a:r>
                            <a:rPr lang="es-MX" dirty="0"/>
                            <a:t>(matriz)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57207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8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Transposición de una matriz </a:t>
                          </a:r>
                          <a:endParaRPr lang="es-MX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Intercambia las filas por columnas</a:t>
                          </a:r>
                          <a:endParaRPr lang="es-MX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dirty="0" err="1"/>
                            <a:t>np.transpose</a:t>
                          </a:r>
                          <a:r>
                            <a:rPr lang="es-MX" dirty="0"/>
                            <a:t>(matriz)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9017017"/>
                      </a:ext>
                    </a:extLst>
                  </a:tr>
                  <a:tr h="1371854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" t="-183111" r="-100599" b="-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err="1"/>
                            <a:t>np.linalg.det</a:t>
                          </a:r>
                          <a:r>
                            <a:rPr lang="es-MX" dirty="0"/>
                            <a:t>(matriz)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43752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7667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AB4A-F885-2286-A930-12DD3BA5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A4B81318-C99D-1979-912A-E658F9B33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Traza de una matriz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7A7DB2A-A4A3-D491-7DAD-F8F76F85E906}"/>
              </a:ext>
            </a:extLst>
          </p:cNvPr>
          <p:cNvSpPr txBox="1"/>
          <p:nvPr/>
        </p:nvSpPr>
        <p:spPr>
          <a:xfrm>
            <a:off x="886762" y="1340768"/>
            <a:ext cx="7501662" cy="4045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s-MX" sz="2000" dirty="0"/>
              <a:t>La función </a:t>
            </a:r>
            <a:r>
              <a:rPr lang="es-MX" b="1" dirty="0" err="1">
                <a:solidFill>
                  <a:schemeClr val="accent6">
                    <a:lumMod val="75000"/>
                  </a:schemeClr>
                </a:solidFill>
              </a:rPr>
              <a:t>np.trace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2000" dirty="0"/>
              <a:t>calcula la </a:t>
            </a:r>
            <a:r>
              <a:rPr lang="es-MX" sz="2000" b="1" dirty="0"/>
              <a:t>traza</a:t>
            </a:r>
            <a:r>
              <a:rPr lang="es-MX" sz="2000" dirty="0"/>
              <a:t> de una matriz, que es simplemente la suma de los elementos ubicados en su diagonal principal (donde el índice de fila es igual al de columna).</a:t>
            </a:r>
          </a:p>
          <a:p>
            <a:pPr>
              <a:lnSpc>
                <a:spcPct val="100000"/>
              </a:lnSpc>
            </a:pPr>
            <a:endParaRPr lang="es-ES" sz="2000" b="1" dirty="0">
              <a:solidFill>
                <a:srgbClr val="066DA1"/>
              </a:solidFill>
            </a:endParaRPr>
          </a:p>
          <a:p>
            <a:pPr>
              <a:lnSpc>
                <a:spcPct val="150000"/>
              </a:lnSpc>
            </a:pPr>
            <a:r>
              <a:rPr lang="es-ES" sz="2000" b="1" dirty="0" err="1">
                <a:solidFill>
                  <a:srgbClr val="066DA1"/>
                </a:solidFill>
              </a:rPr>
              <a:t>import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numpy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b="1" dirty="0">
                <a:solidFill>
                  <a:srgbClr val="066DA1"/>
                </a:solidFill>
              </a:rPr>
              <a:t>as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np</a:t>
            </a:r>
            <a:endParaRPr lang="es-ES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</a:rPr>
              <a:t>matriz = </a:t>
            </a:r>
            <a:r>
              <a:rPr lang="es-MX" sz="2000" dirty="0" err="1">
                <a:solidFill>
                  <a:srgbClr val="000000"/>
                </a:solidFill>
              </a:rPr>
              <a:t>np.array</a:t>
            </a:r>
            <a:r>
              <a:rPr lang="es-MX" sz="2000" dirty="0">
                <a:solidFill>
                  <a:srgbClr val="000000"/>
                </a:solidFill>
              </a:rPr>
              <a:t>([[</a:t>
            </a:r>
            <a:r>
              <a:rPr lang="es-ES" sz="2000" dirty="0">
                <a:solidFill>
                  <a:srgbClr val="D53AA9"/>
                </a:solidFill>
              </a:rPr>
              <a:t>5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2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9</a:t>
            </a:r>
            <a:r>
              <a:rPr lang="es-MX" sz="2000" dirty="0">
                <a:solidFill>
                  <a:srgbClr val="000000"/>
                </a:solidFill>
              </a:rPr>
              <a:t>], [</a:t>
            </a:r>
            <a:r>
              <a:rPr lang="es-ES" sz="2000" dirty="0">
                <a:solidFill>
                  <a:srgbClr val="D53AA9"/>
                </a:solidFill>
              </a:rPr>
              <a:t>1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8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4</a:t>
            </a:r>
            <a:r>
              <a:rPr lang="es-MX" sz="2000" dirty="0">
                <a:solidFill>
                  <a:srgbClr val="000000"/>
                </a:solidFill>
              </a:rPr>
              <a:t>], [</a:t>
            </a:r>
            <a:r>
              <a:rPr lang="es-ES" sz="2000" dirty="0">
                <a:solidFill>
                  <a:srgbClr val="D53AA9"/>
                </a:solidFill>
              </a:rPr>
              <a:t>3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7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6</a:t>
            </a:r>
            <a:r>
              <a:rPr lang="es-MX" sz="2000" dirty="0">
                <a:solidFill>
                  <a:srgbClr val="000000"/>
                </a:solidFill>
              </a:rPr>
              <a:t>]]) 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Calcular la traza </a:t>
            </a:r>
          </a:p>
          <a:p>
            <a:pPr>
              <a:lnSpc>
                <a:spcPct val="150000"/>
              </a:lnSpc>
            </a:pPr>
            <a:r>
              <a:rPr lang="es-MX" sz="2000" dirty="0"/>
              <a:t>traza =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np.trace</a:t>
            </a:r>
            <a:r>
              <a:rPr lang="es-MX" sz="2000" dirty="0"/>
              <a:t>(matriz) </a:t>
            </a:r>
          </a:p>
          <a:p>
            <a:pPr>
              <a:lnSpc>
                <a:spcPct val="150000"/>
              </a:lnSpc>
            </a:pPr>
            <a:r>
              <a:rPr lang="es-MX" sz="2000" dirty="0" err="1"/>
              <a:t>print</a:t>
            </a:r>
            <a:r>
              <a:rPr lang="es-MX" sz="2000" dirty="0"/>
              <a:t>("Matriz:\n", matriz) </a:t>
            </a:r>
          </a:p>
          <a:p>
            <a:pPr>
              <a:lnSpc>
                <a:spcPct val="150000"/>
              </a:lnSpc>
            </a:pPr>
            <a:r>
              <a:rPr lang="es-MX" sz="2000" dirty="0" err="1"/>
              <a:t>print</a:t>
            </a:r>
            <a:r>
              <a:rPr lang="es-MX" sz="2000" dirty="0"/>
              <a:t>("\</a:t>
            </a:r>
            <a:r>
              <a:rPr lang="es-MX" sz="2000" dirty="0" err="1"/>
              <a:t>nTraza</a:t>
            </a:r>
            <a:r>
              <a:rPr lang="es-MX" sz="2000" dirty="0"/>
              <a:t> de la matriz:", traza)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FEA35F-94CA-91DD-AF84-3B3713904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75" y="4077072"/>
            <a:ext cx="2686425" cy="17814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6BB40A-E323-7BDD-7198-0153399B6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780" y="2636912"/>
            <a:ext cx="1705213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57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B54FF-AD4E-4983-4C29-2D054616D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E7653F53-FD9F-0FEB-C208-AA723F3E0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Transposición de una matriz (2 x 3)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971E60-CAAD-E7AC-EAC1-6B677D2B60BA}"/>
              </a:ext>
            </a:extLst>
          </p:cNvPr>
          <p:cNvSpPr txBox="1"/>
          <p:nvPr/>
        </p:nvSpPr>
        <p:spPr>
          <a:xfrm>
            <a:off x="971600" y="1484784"/>
            <a:ext cx="7740860" cy="416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 err="1">
                <a:solidFill>
                  <a:srgbClr val="066DA1"/>
                </a:solidFill>
              </a:rPr>
              <a:t>import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numpy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b="1" dirty="0">
                <a:solidFill>
                  <a:srgbClr val="066DA1"/>
                </a:solidFill>
              </a:rPr>
              <a:t>as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np</a:t>
            </a:r>
            <a:endParaRPr lang="es-ES" sz="2000" dirty="0">
              <a:solidFill>
                <a:srgbClr val="000000"/>
              </a:solidFill>
            </a:endParaRPr>
          </a:p>
          <a:p>
            <a:pPr>
              <a:lnSpc>
                <a:spcPct val="200000"/>
              </a:lnSpc>
            </a:pPr>
            <a:r>
              <a:rPr lang="es-ES" sz="2000" b="1" dirty="0">
                <a:solidFill>
                  <a:srgbClr val="000000"/>
                </a:solidFill>
              </a:rPr>
              <a:t>Matriz de 2 renglones x 3 columnas</a:t>
            </a:r>
            <a:endParaRPr lang="es-ES" sz="2000" b="1" dirty="0">
              <a:solidFill>
                <a:srgbClr val="AAAAAA"/>
              </a:solidFill>
            </a:endParaRPr>
          </a:p>
          <a:p>
            <a:pPr>
              <a:lnSpc>
                <a:spcPct val="200000"/>
              </a:lnSpc>
            </a:pPr>
            <a:r>
              <a:rPr lang="es-MX" sz="2000" dirty="0">
                <a:solidFill>
                  <a:srgbClr val="000000"/>
                </a:solidFill>
              </a:rPr>
              <a:t>matriz = </a:t>
            </a:r>
            <a:r>
              <a:rPr lang="es-MX" sz="2000" dirty="0" err="1">
                <a:solidFill>
                  <a:srgbClr val="000000"/>
                </a:solidFill>
              </a:rPr>
              <a:t>np.array</a:t>
            </a:r>
            <a:r>
              <a:rPr lang="es-MX" sz="2000" dirty="0">
                <a:solidFill>
                  <a:srgbClr val="000000"/>
                </a:solidFill>
              </a:rPr>
              <a:t>([[</a:t>
            </a:r>
            <a:r>
              <a:rPr lang="es-ES" sz="2000" dirty="0">
                <a:solidFill>
                  <a:srgbClr val="D53AA9"/>
                </a:solidFill>
              </a:rPr>
              <a:t>1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2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3</a:t>
            </a:r>
            <a:r>
              <a:rPr lang="es-MX" sz="2000" dirty="0">
                <a:solidFill>
                  <a:srgbClr val="000000"/>
                </a:solidFill>
              </a:rPr>
              <a:t>], [</a:t>
            </a:r>
            <a:r>
              <a:rPr lang="es-ES" sz="2000" dirty="0">
                <a:solidFill>
                  <a:srgbClr val="D53AA9"/>
                </a:solidFill>
              </a:rPr>
              <a:t>4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5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6</a:t>
            </a:r>
            <a:r>
              <a:rPr lang="es-MX" sz="2000" dirty="0">
                <a:solidFill>
                  <a:srgbClr val="000000"/>
                </a:solidFill>
              </a:rPr>
              <a:t>]]) </a:t>
            </a:r>
          </a:p>
          <a:p>
            <a:pPr>
              <a:lnSpc>
                <a:spcPct val="200000"/>
              </a:lnSpc>
            </a:pPr>
            <a:r>
              <a:rPr lang="es-MX" sz="2000" b="1" dirty="0">
                <a:solidFill>
                  <a:srgbClr val="000000"/>
                </a:solidFill>
              </a:rPr>
              <a:t>Transpuesta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s-MX" sz="2000" dirty="0"/>
              <a:t>transpuesta =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np.transpose</a:t>
            </a:r>
            <a:r>
              <a:rPr lang="es-MX" sz="2000" dirty="0"/>
              <a:t>(matriz) </a:t>
            </a:r>
          </a:p>
          <a:p>
            <a:pPr>
              <a:lnSpc>
                <a:spcPct val="200000"/>
              </a:lnSpc>
            </a:pPr>
            <a:r>
              <a:rPr lang="es-MX" sz="2000" dirty="0" err="1"/>
              <a:t>print</a:t>
            </a:r>
            <a:r>
              <a:rPr lang="es-MX" sz="2000" dirty="0"/>
              <a:t>("Original (2x3):\n", matriz) </a:t>
            </a:r>
          </a:p>
          <a:p>
            <a:pPr>
              <a:lnSpc>
                <a:spcPct val="200000"/>
              </a:lnSpc>
            </a:pPr>
            <a:r>
              <a:rPr lang="es-MX" sz="2000" dirty="0" err="1"/>
              <a:t>print</a:t>
            </a:r>
            <a:r>
              <a:rPr lang="es-MX" sz="2000" dirty="0"/>
              <a:t>("Transpuesta (3x2):\n", transpuesta)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DF0533-5813-F030-A48D-886859AF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3443758"/>
            <a:ext cx="2376264" cy="225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56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FE85C-DA30-D902-1AA2-04B71C75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4B1B1A95-F351-A564-FCBA-2D6FEFDED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Cálculo de determinante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6B9AC8-0CC3-CB42-086B-4B1D092C8898}"/>
              </a:ext>
            </a:extLst>
          </p:cNvPr>
          <p:cNvSpPr txBox="1"/>
          <p:nvPr/>
        </p:nvSpPr>
        <p:spPr>
          <a:xfrm>
            <a:off x="1318514" y="1656207"/>
            <a:ext cx="6696744" cy="354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 err="1">
                <a:solidFill>
                  <a:srgbClr val="066DA1"/>
                </a:solidFill>
              </a:rPr>
              <a:t>import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numpy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b="1" dirty="0">
                <a:solidFill>
                  <a:srgbClr val="066DA1"/>
                </a:solidFill>
              </a:rPr>
              <a:t>as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np</a:t>
            </a:r>
            <a:endParaRPr lang="es-ES" sz="2000" dirty="0">
              <a:solidFill>
                <a:srgbClr val="000000"/>
              </a:solidFill>
            </a:endParaRPr>
          </a:p>
          <a:p>
            <a:pPr>
              <a:lnSpc>
                <a:spcPct val="200000"/>
              </a:lnSpc>
            </a:pPr>
            <a:r>
              <a:rPr lang="es-MX" sz="2000" dirty="0">
                <a:solidFill>
                  <a:srgbClr val="000000"/>
                </a:solidFill>
              </a:rPr>
              <a:t>matriz = </a:t>
            </a:r>
            <a:r>
              <a:rPr lang="es-MX" sz="2000" dirty="0" err="1">
                <a:solidFill>
                  <a:srgbClr val="000000"/>
                </a:solidFill>
              </a:rPr>
              <a:t>np.array</a:t>
            </a:r>
            <a:r>
              <a:rPr lang="es-MX" sz="2000" dirty="0">
                <a:solidFill>
                  <a:srgbClr val="000000"/>
                </a:solidFill>
              </a:rPr>
              <a:t>([[</a:t>
            </a:r>
            <a:r>
              <a:rPr lang="es-ES" sz="2000" dirty="0">
                <a:solidFill>
                  <a:srgbClr val="D53AA9"/>
                </a:solidFill>
              </a:rPr>
              <a:t>4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2</a:t>
            </a:r>
            <a:r>
              <a:rPr lang="es-MX" sz="2000" dirty="0">
                <a:solidFill>
                  <a:srgbClr val="000000"/>
                </a:solidFill>
              </a:rPr>
              <a:t>], [</a:t>
            </a:r>
            <a:r>
              <a:rPr lang="es-ES" sz="2000" dirty="0">
                <a:solidFill>
                  <a:srgbClr val="D53AA9"/>
                </a:solidFill>
              </a:rPr>
              <a:t>1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3</a:t>
            </a:r>
            <a:r>
              <a:rPr lang="es-MX" sz="2000" dirty="0">
                <a:solidFill>
                  <a:srgbClr val="000000"/>
                </a:solidFill>
              </a:rPr>
              <a:t>]]) </a:t>
            </a:r>
          </a:p>
          <a:p>
            <a:pPr>
              <a:lnSpc>
                <a:spcPct val="200000"/>
              </a:lnSpc>
            </a:pPr>
            <a:r>
              <a:rPr lang="es-MX" sz="2000" b="1" dirty="0"/>
              <a:t>Cálculo del determinante: (4*3) - (2*1) = 12 - 2 = 10 </a:t>
            </a:r>
          </a:p>
          <a:p>
            <a:pPr>
              <a:lnSpc>
                <a:spcPct val="200000"/>
              </a:lnSpc>
            </a:pPr>
            <a:r>
              <a:rPr lang="es-MX" sz="2000" dirty="0" err="1"/>
              <a:t>det</a:t>
            </a:r>
            <a:r>
              <a:rPr lang="es-MX" sz="2000" dirty="0"/>
              <a:t> =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np.linalg.det</a:t>
            </a:r>
            <a:r>
              <a:rPr lang="es-MX" sz="2000" dirty="0"/>
              <a:t>(matriz) </a:t>
            </a:r>
          </a:p>
          <a:p>
            <a:pPr>
              <a:lnSpc>
                <a:spcPct val="200000"/>
              </a:lnSpc>
            </a:pPr>
            <a:r>
              <a:rPr lang="es-MX" sz="2000" dirty="0" err="1"/>
              <a:t>print</a:t>
            </a:r>
            <a:r>
              <a:rPr lang="es-MX" sz="2000" dirty="0"/>
              <a:t>("Determinante:", round(</a:t>
            </a:r>
            <a:r>
              <a:rPr lang="es-MX" sz="2000" dirty="0" err="1"/>
              <a:t>det</a:t>
            </a:r>
            <a:r>
              <a:rPr lang="es-MX" sz="2000" dirty="0"/>
              <a:t>)) </a:t>
            </a:r>
          </a:p>
          <a:p>
            <a:pPr>
              <a:lnSpc>
                <a:spcPct val="200000"/>
              </a:lnSpc>
            </a:pPr>
            <a:r>
              <a:rPr lang="es-MX" sz="2000" dirty="0">
                <a:solidFill>
                  <a:schemeClr val="accent3">
                    <a:lumMod val="75000"/>
                  </a:schemeClr>
                </a:solidFill>
              </a:rPr>
              <a:t># Se redondea para evitar impresiones con flotantes impuros</a:t>
            </a:r>
            <a:endParaRPr lang="es-ES" sz="2000" b="0" i="0" dirty="0">
              <a:solidFill>
                <a:schemeClr val="accent3">
                  <a:lumMod val="75000"/>
                </a:schemeClr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756778-2134-D244-CA52-4D3717F54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1844824"/>
            <a:ext cx="1603263" cy="10081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5165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3671</TotalTime>
  <Words>772</Words>
  <Application>Microsoft Office PowerPoint</Application>
  <PresentationFormat>Presentación en pantalla (4:3)</PresentationFormat>
  <Paragraphs>128</Paragraphs>
  <Slides>14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Dom Casual</vt:lpstr>
      <vt:lpstr>Times New Roman</vt:lpstr>
      <vt:lpstr>Tema de Office</vt:lpstr>
      <vt:lpstr>Presentación de PowerPoint</vt:lpstr>
      <vt:lpstr>Matrices</vt:lpstr>
      <vt:lpstr>Matrices</vt:lpstr>
      <vt:lpstr>Matrices</vt:lpstr>
      <vt:lpstr>Definición de una matriz</vt:lpstr>
      <vt:lpstr>Atributos de una matriz</vt:lpstr>
      <vt:lpstr>Operaciones Aritméticas</vt:lpstr>
      <vt:lpstr>Resumen de operaciones aritméticas</vt:lpstr>
      <vt:lpstr>Otras operaciones aritméticas</vt:lpstr>
      <vt:lpstr>Operaciones básicas</vt:lpstr>
      <vt:lpstr>Traza de una matriz</vt:lpstr>
      <vt:lpstr>Transposición de una matriz (2 x 3)</vt:lpstr>
      <vt:lpstr>Cálculo de determinante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50</cp:revision>
  <dcterms:created xsi:type="dcterms:W3CDTF">2013-07-08T21:43:56Z</dcterms:created>
  <dcterms:modified xsi:type="dcterms:W3CDTF">2026-08-31T22:46:44Z</dcterms:modified>
</cp:coreProperties>
</file>