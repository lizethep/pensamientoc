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9" r:id="rId2"/>
    <p:sldId id="257" r:id="rId3"/>
    <p:sldId id="354" r:id="rId4"/>
    <p:sldId id="355" r:id="rId5"/>
    <p:sldId id="356" r:id="rId6"/>
    <p:sldId id="357" r:id="rId7"/>
    <p:sldId id="358" r:id="rId8"/>
    <p:sldId id="345" r:id="rId9"/>
    <p:sldId id="359" r:id="rId10"/>
    <p:sldId id="360" r:id="rId11"/>
    <p:sldId id="361" r:id="rId12"/>
    <p:sldId id="282" r:id="rId1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94" autoAdjust="0"/>
    <p:restoredTop sz="93239" autoAdjust="0"/>
  </p:normalViewPr>
  <p:slideViewPr>
    <p:cSldViewPr>
      <p:cViewPr varScale="1">
        <p:scale>
          <a:sx n="68" d="100"/>
          <a:sy n="68" d="100"/>
        </p:scale>
        <p:origin x="1328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undo custSel addSld delSld modSld sldOrd">
      <pc:chgData name="Lizethe Pérez Fuertes" userId="4ae9ef87-2a7d-42f8-8dfa-0a501a9e2ff4" providerId="ADAL" clId="{FDDD45CB-1330-4033-A842-3D2746AFF7C7}" dt="2026-08-30T23:39:23.531" v="1328" actId="47"/>
      <pc:docMkLst>
        <pc:docMk/>
      </pc:docMkLst>
      <pc:sldChg chg="addSp delSp modSp mod">
        <pc:chgData name="Lizethe Pérez Fuertes" userId="4ae9ef87-2a7d-42f8-8dfa-0a501a9e2ff4" providerId="ADAL" clId="{FDDD45CB-1330-4033-A842-3D2746AFF7C7}" dt="2026-08-12T16:22:39.489" v="163" actId="1076"/>
        <pc:sldMkLst>
          <pc:docMk/>
          <pc:sldMk cId="0" sldId="257"/>
        </pc:sldMkLst>
        <pc:spChg chg="mod">
          <ac:chgData name="Lizethe Pérez Fuertes" userId="4ae9ef87-2a7d-42f8-8dfa-0a501a9e2ff4" providerId="ADAL" clId="{FDDD45CB-1330-4033-A842-3D2746AFF7C7}" dt="2026-08-11T23:18:13.286" v="153" actId="1076"/>
          <ac:spMkLst>
            <pc:docMk/>
            <pc:sldMk cId="0" sldId="257"/>
            <ac:spMk id="6" creationId="{1AF9A3DB-3D1C-9A5E-10C7-6E89AE734539}"/>
          </ac:spMkLst>
        </pc:spChg>
        <pc:spChg chg="mod">
          <ac:chgData name="Lizethe Pérez Fuertes" userId="4ae9ef87-2a7d-42f8-8dfa-0a501a9e2ff4" providerId="ADAL" clId="{FDDD45CB-1330-4033-A842-3D2746AFF7C7}" dt="2026-08-12T16:21:48.642" v="156" actId="120"/>
          <ac:spMkLst>
            <pc:docMk/>
            <pc:sldMk cId="0" sldId="257"/>
            <ac:spMk id="8" creationId="{10B0507B-3D52-32E9-9C30-B98FF46EA682}"/>
          </ac:spMkLst>
        </pc:spChg>
        <pc:picChg chg="add mod">
          <ac:chgData name="Lizethe Pérez Fuertes" userId="4ae9ef87-2a7d-42f8-8dfa-0a501a9e2ff4" providerId="ADAL" clId="{FDDD45CB-1330-4033-A842-3D2746AFF7C7}" dt="2026-08-12T16:22:39.489" v="163" actId="1076"/>
          <ac:picMkLst>
            <pc:docMk/>
            <pc:sldMk cId="0" sldId="257"/>
            <ac:picMk id="3" creationId="{8214C795-67FE-F9E4-BA01-69B63490472D}"/>
          </ac:picMkLst>
        </pc:picChg>
      </pc:sldChg>
      <pc:sldChg chg="addSp delSp modSp mod">
        <pc:chgData name="Lizethe Pérez Fuertes" userId="4ae9ef87-2a7d-42f8-8dfa-0a501a9e2ff4" providerId="ADAL" clId="{FDDD45CB-1330-4033-A842-3D2746AFF7C7}" dt="2026-08-11T23:15:06.942" v="118" actId="1076"/>
        <pc:sldMkLst>
          <pc:docMk/>
          <pc:sldMk cId="2553855534" sldId="289"/>
        </pc:sldMkLst>
        <pc:spChg chg="mod">
          <ac:chgData name="Lizethe Pérez Fuertes" userId="4ae9ef87-2a7d-42f8-8dfa-0a501a9e2ff4" providerId="ADAL" clId="{FDDD45CB-1330-4033-A842-3D2746AFF7C7}" dt="2026-08-11T23:10:55.068" v="105" actId="1076"/>
          <ac:spMkLst>
            <pc:docMk/>
            <pc:sldMk cId="2553855534" sldId="289"/>
            <ac:spMk id="7" creationId="{41A585A2-4B80-479F-964A-0052A3859706}"/>
          </ac:spMkLst>
        </pc:spChg>
        <pc:picChg chg="add mod">
          <ac:chgData name="Lizethe Pérez Fuertes" userId="4ae9ef87-2a7d-42f8-8dfa-0a501a9e2ff4" providerId="ADAL" clId="{FDDD45CB-1330-4033-A842-3D2746AFF7C7}" dt="2026-08-11T23:15:06.942" v="118" actId="1076"/>
          <ac:picMkLst>
            <pc:docMk/>
            <pc:sldMk cId="2553855534" sldId="289"/>
            <ac:picMk id="8" creationId="{DE17FE7B-5FE1-5257-C101-148E65F97D9C}"/>
          </ac:picMkLst>
        </pc:picChg>
      </pc:sldChg>
      <pc:sldChg chg="delSp modSp mod">
        <pc:chgData name="Lizethe Pérez Fuertes" userId="4ae9ef87-2a7d-42f8-8dfa-0a501a9e2ff4" providerId="ADAL" clId="{FDDD45CB-1330-4033-A842-3D2746AFF7C7}" dt="2026-08-16T21:47:34.154" v="1286" actId="478"/>
        <pc:sldMkLst>
          <pc:docMk/>
          <pc:sldMk cId="222734393" sldId="345"/>
        </pc:sldMkLst>
        <pc:spChg chg="mod">
          <ac:chgData name="Lizethe Pérez Fuertes" userId="4ae9ef87-2a7d-42f8-8dfa-0a501a9e2ff4" providerId="ADAL" clId="{FDDD45CB-1330-4033-A842-3D2746AFF7C7}" dt="2026-08-12T17:13:54.563" v="998" actId="948"/>
          <ac:spMkLst>
            <pc:docMk/>
            <pc:sldMk cId="222734393" sldId="345"/>
            <ac:spMk id="3" creationId="{87A43A13-D5E9-CB4C-833D-953CAC858ED9}"/>
          </ac:spMkLst>
        </pc:spChg>
        <pc:spChg chg="mod">
          <ac:chgData name="Lizethe Pérez Fuertes" userId="4ae9ef87-2a7d-42f8-8dfa-0a501a9e2ff4" providerId="ADAL" clId="{FDDD45CB-1330-4033-A842-3D2746AFF7C7}" dt="2026-08-12T17:11:05.002" v="745" actId="6549"/>
          <ac:spMkLst>
            <pc:docMk/>
            <pc:sldMk cId="222734393" sldId="345"/>
            <ac:spMk id="6" creationId="{467FC619-6EA8-6075-9206-BA15434B7E9B}"/>
          </ac:spMkLst>
        </pc:spChg>
      </pc:sldChg>
      <pc:sldChg chg="addSp delSp modSp del mod">
        <pc:chgData name="Lizethe Pérez Fuertes" userId="4ae9ef87-2a7d-42f8-8dfa-0a501a9e2ff4" providerId="ADAL" clId="{FDDD45CB-1330-4033-A842-3D2746AFF7C7}" dt="2026-08-30T23:39:23.531" v="1328" actId="47"/>
        <pc:sldMkLst>
          <pc:docMk/>
          <pc:sldMk cId="1055148994" sldId="346"/>
        </pc:sldMkLst>
      </pc:sldChg>
      <pc:sldChg chg="addSp delSp modSp add mod">
        <pc:chgData name="Lizethe Pérez Fuertes" userId="4ae9ef87-2a7d-42f8-8dfa-0a501a9e2ff4" providerId="ADAL" clId="{FDDD45CB-1330-4033-A842-3D2746AFF7C7}" dt="2026-08-12T16:26:08.206" v="227" actId="14100"/>
        <pc:sldMkLst>
          <pc:docMk/>
          <pc:sldMk cId="1630329160" sldId="354"/>
        </pc:sldMkLst>
        <pc:spChg chg="mod">
          <ac:chgData name="Lizethe Pérez Fuertes" userId="4ae9ef87-2a7d-42f8-8dfa-0a501a9e2ff4" providerId="ADAL" clId="{FDDD45CB-1330-4033-A842-3D2746AFF7C7}" dt="2026-08-12T16:23:08.139" v="183" actId="20577"/>
          <ac:spMkLst>
            <pc:docMk/>
            <pc:sldMk cId="1630329160" sldId="354"/>
            <ac:spMk id="6" creationId="{9C6C2889-8B55-1F17-4081-E1AD4C7AC423}"/>
          </ac:spMkLst>
        </pc:spChg>
        <pc:spChg chg="mod">
          <ac:chgData name="Lizethe Pérez Fuertes" userId="4ae9ef87-2a7d-42f8-8dfa-0a501a9e2ff4" providerId="ADAL" clId="{FDDD45CB-1330-4033-A842-3D2746AFF7C7}" dt="2026-08-12T16:25:57.913" v="223" actId="948"/>
          <ac:spMkLst>
            <pc:docMk/>
            <pc:sldMk cId="1630329160" sldId="354"/>
            <ac:spMk id="8" creationId="{1E87AA98-3A93-84A8-25C1-7FB00C1CEF10}"/>
          </ac:spMkLst>
        </pc:spChg>
        <pc:picChg chg="add mod">
          <ac:chgData name="Lizethe Pérez Fuertes" userId="4ae9ef87-2a7d-42f8-8dfa-0a501a9e2ff4" providerId="ADAL" clId="{FDDD45CB-1330-4033-A842-3D2746AFF7C7}" dt="2026-08-12T16:26:08.206" v="227" actId="14100"/>
          <ac:picMkLst>
            <pc:docMk/>
            <pc:sldMk cId="1630329160" sldId="354"/>
            <ac:picMk id="4" creationId="{B2B1EBA4-408E-7F50-CE3B-5F4FF576C24A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6T21:54:31.773" v="1325"/>
        <pc:sldMkLst>
          <pc:docMk/>
          <pc:sldMk cId="1306365043" sldId="355"/>
        </pc:sldMkLst>
        <pc:spChg chg="mod">
          <ac:chgData name="Lizethe Pérez Fuertes" userId="4ae9ef87-2a7d-42f8-8dfa-0a501a9e2ff4" providerId="ADAL" clId="{FDDD45CB-1330-4033-A842-3D2746AFF7C7}" dt="2026-08-12T16:27:30.175" v="273" actId="20577"/>
          <ac:spMkLst>
            <pc:docMk/>
            <pc:sldMk cId="1306365043" sldId="355"/>
            <ac:spMk id="6" creationId="{5C3BB304-B274-5EB7-8A0E-5A856EA2E307}"/>
          </ac:spMkLst>
        </pc:spChg>
        <pc:spChg chg="mod">
          <ac:chgData name="Lizethe Pérez Fuertes" userId="4ae9ef87-2a7d-42f8-8dfa-0a501a9e2ff4" providerId="ADAL" clId="{FDDD45CB-1330-4033-A842-3D2746AFF7C7}" dt="2026-08-16T21:54:31.773" v="1325"/>
          <ac:spMkLst>
            <pc:docMk/>
            <pc:sldMk cId="1306365043" sldId="355"/>
            <ac:spMk id="8" creationId="{DC0A60F3-A060-152F-914C-F244B4E6B79B}"/>
          </ac:spMkLst>
        </pc:spChg>
        <pc:picChg chg="add mod">
          <ac:chgData name="Lizethe Pérez Fuertes" userId="4ae9ef87-2a7d-42f8-8dfa-0a501a9e2ff4" providerId="ADAL" clId="{FDDD45CB-1330-4033-A842-3D2746AFF7C7}" dt="2026-08-16T21:45:50.698" v="1272" actId="1076"/>
          <ac:picMkLst>
            <pc:docMk/>
            <pc:sldMk cId="1306365043" sldId="355"/>
            <ac:picMk id="3" creationId="{657EDF45-9B33-B323-ED00-BD6AA461C545}"/>
          </ac:picMkLst>
        </pc:picChg>
      </pc:sldChg>
      <pc:sldChg chg="addSp delSp modSp add mod ord">
        <pc:chgData name="Lizethe Pérez Fuertes" userId="4ae9ef87-2a7d-42f8-8dfa-0a501a9e2ff4" providerId="ADAL" clId="{FDDD45CB-1330-4033-A842-3D2746AFF7C7}" dt="2026-08-12T17:10:06.349" v="712"/>
        <pc:sldMkLst>
          <pc:docMk/>
          <pc:sldMk cId="2561361310" sldId="356"/>
        </pc:sldMkLst>
        <pc:picChg chg="add mod">
          <ac:chgData name="Lizethe Pérez Fuertes" userId="4ae9ef87-2a7d-42f8-8dfa-0a501a9e2ff4" providerId="ADAL" clId="{FDDD45CB-1330-4033-A842-3D2746AFF7C7}" dt="2026-08-12T16:30:54.360" v="475" actId="1076"/>
          <ac:picMkLst>
            <pc:docMk/>
            <pc:sldMk cId="2561361310" sldId="356"/>
            <ac:picMk id="9" creationId="{A47AEF69-A8DA-8E41-3269-E486B1865F28}"/>
          </ac:picMkLst>
        </pc:picChg>
        <pc:picChg chg="add mod">
          <ac:chgData name="Lizethe Pérez Fuertes" userId="4ae9ef87-2a7d-42f8-8dfa-0a501a9e2ff4" providerId="ADAL" clId="{FDDD45CB-1330-4033-A842-3D2746AFF7C7}" dt="2026-08-12T16:32:03.556" v="486" actId="1076"/>
          <ac:picMkLst>
            <pc:docMk/>
            <pc:sldMk cId="2561361310" sldId="356"/>
            <ac:picMk id="11" creationId="{3EBE24B3-999B-5DA3-0C4A-DFB3A1164993}"/>
          </ac:picMkLst>
        </pc:picChg>
      </pc:sldChg>
      <pc:sldChg chg="delSp modSp add mod">
        <pc:chgData name="Lizethe Pérez Fuertes" userId="4ae9ef87-2a7d-42f8-8dfa-0a501a9e2ff4" providerId="ADAL" clId="{FDDD45CB-1330-4033-A842-3D2746AFF7C7}" dt="2026-08-16T21:46:54.368" v="1279" actId="207"/>
        <pc:sldMkLst>
          <pc:docMk/>
          <pc:sldMk cId="3994487612" sldId="357"/>
        </pc:sldMkLst>
        <pc:spChg chg="mod">
          <ac:chgData name="Lizethe Pérez Fuertes" userId="4ae9ef87-2a7d-42f8-8dfa-0a501a9e2ff4" providerId="ADAL" clId="{FDDD45CB-1330-4033-A842-3D2746AFF7C7}" dt="2026-08-12T16:35:58.159" v="692" actId="1076"/>
          <ac:spMkLst>
            <pc:docMk/>
            <pc:sldMk cId="3994487612" sldId="357"/>
            <ac:spMk id="6" creationId="{BEF01FDC-E38D-23E6-880E-C7267D6092D4}"/>
          </ac:spMkLst>
        </pc:spChg>
        <pc:spChg chg="mod">
          <ac:chgData name="Lizethe Pérez Fuertes" userId="4ae9ef87-2a7d-42f8-8dfa-0a501a9e2ff4" providerId="ADAL" clId="{FDDD45CB-1330-4033-A842-3D2746AFF7C7}" dt="2026-08-16T21:46:54.368" v="1279" actId="207"/>
          <ac:spMkLst>
            <pc:docMk/>
            <pc:sldMk cId="3994487612" sldId="357"/>
            <ac:spMk id="8" creationId="{376096C4-13A8-8E79-C726-65D2FDE1A7B5}"/>
          </ac:spMkLst>
        </pc:spChg>
      </pc:sldChg>
      <pc:sldChg chg="addSp delSp modSp add mod ord">
        <pc:chgData name="Lizethe Pérez Fuertes" userId="4ae9ef87-2a7d-42f8-8dfa-0a501a9e2ff4" providerId="ADAL" clId="{FDDD45CB-1330-4033-A842-3D2746AFF7C7}" dt="2026-08-16T21:47:14.954" v="1285" actId="1076"/>
        <pc:sldMkLst>
          <pc:docMk/>
          <pc:sldMk cId="2628190386" sldId="358"/>
        </pc:sldMkLst>
        <pc:picChg chg="add mod">
          <ac:chgData name="Lizethe Pérez Fuertes" userId="4ae9ef87-2a7d-42f8-8dfa-0a501a9e2ff4" providerId="ADAL" clId="{FDDD45CB-1330-4033-A842-3D2746AFF7C7}" dt="2026-08-16T21:47:14.954" v="1285" actId="1076"/>
          <ac:picMkLst>
            <pc:docMk/>
            <pc:sldMk cId="2628190386" sldId="358"/>
            <ac:picMk id="3" creationId="{CC8DDCF5-067F-A6F9-EBA2-3194F8F3C720}"/>
          </ac:picMkLst>
        </pc:picChg>
        <pc:picChg chg="add mod">
          <ac:chgData name="Lizethe Pérez Fuertes" userId="4ae9ef87-2a7d-42f8-8dfa-0a501a9e2ff4" providerId="ADAL" clId="{FDDD45CB-1330-4033-A842-3D2746AFF7C7}" dt="2026-08-16T21:47:13.330" v="1284" actId="1076"/>
          <ac:picMkLst>
            <pc:docMk/>
            <pc:sldMk cId="2628190386" sldId="358"/>
            <ac:picMk id="6" creationId="{B1A03CA4-A748-5B11-1594-49C2455615F9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6T21:47:57.639" v="1292" actId="1076"/>
        <pc:sldMkLst>
          <pc:docMk/>
          <pc:sldMk cId="3382565071" sldId="359"/>
        </pc:sldMkLst>
        <pc:picChg chg="add mod">
          <ac:chgData name="Lizethe Pérez Fuertes" userId="4ae9ef87-2a7d-42f8-8dfa-0a501a9e2ff4" providerId="ADAL" clId="{FDDD45CB-1330-4033-A842-3D2746AFF7C7}" dt="2026-08-16T21:47:57.639" v="1292" actId="1076"/>
          <ac:picMkLst>
            <pc:docMk/>
            <pc:sldMk cId="3382565071" sldId="359"/>
            <ac:picMk id="8" creationId="{13E48C86-0B44-B8BA-AA6A-2EAEEAC07FB1}"/>
          </ac:picMkLst>
        </pc:picChg>
        <pc:picChg chg="add mod ord">
          <ac:chgData name="Lizethe Pérez Fuertes" userId="4ae9ef87-2a7d-42f8-8dfa-0a501a9e2ff4" providerId="ADAL" clId="{FDDD45CB-1330-4033-A842-3D2746AFF7C7}" dt="2026-08-16T21:47:54.853" v="1290" actId="166"/>
          <ac:picMkLst>
            <pc:docMk/>
            <pc:sldMk cId="3382565071" sldId="359"/>
            <ac:picMk id="10" creationId="{791934EC-7C4D-47AC-51DD-404BBBC72CC6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6T21:54:52.131" v="1327"/>
        <pc:sldMkLst>
          <pc:docMk/>
          <pc:sldMk cId="1910390490" sldId="360"/>
        </pc:sldMkLst>
        <pc:spChg chg="mod">
          <ac:chgData name="Lizethe Pérez Fuertes" userId="4ae9ef87-2a7d-42f8-8dfa-0a501a9e2ff4" providerId="ADAL" clId="{FDDD45CB-1330-4033-A842-3D2746AFF7C7}" dt="2026-08-16T21:54:52.131" v="1327"/>
          <ac:spMkLst>
            <pc:docMk/>
            <pc:sldMk cId="1910390490" sldId="360"/>
            <ac:spMk id="3" creationId="{4048B53B-E1C7-D904-7EAB-35CD82F62BEF}"/>
          </ac:spMkLst>
        </pc:spChg>
        <pc:spChg chg="mod">
          <ac:chgData name="Lizethe Pérez Fuertes" userId="4ae9ef87-2a7d-42f8-8dfa-0a501a9e2ff4" providerId="ADAL" clId="{FDDD45CB-1330-4033-A842-3D2746AFF7C7}" dt="2026-08-12T17:17:28.004" v="1046" actId="20577"/>
          <ac:spMkLst>
            <pc:docMk/>
            <pc:sldMk cId="1910390490" sldId="360"/>
            <ac:spMk id="6" creationId="{AF8CA777-6527-6104-938A-6C4020F5E294}"/>
          </ac:spMkLst>
        </pc:spChg>
        <pc:picChg chg="add mod">
          <ac:chgData name="Lizethe Pérez Fuertes" userId="4ae9ef87-2a7d-42f8-8dfa-0a501a9e2ff4" providerId="ADAL" clId="{FDDD45CB-1330-4033-A842-3D2746AFF7C7}" dt="2026-08-12T17:20:14.527" v="1066" actId="1076"/>
          <ac:picMkLst>
            <pc:docMk/>
            <pc:sldMk cId="1910390490" sldId="360"/>
            <ac:picMk id="4" creationId="{FE98D8C9-0750-FC7F-BF0A-E4E45B4E748B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6T21:48:47.706" v="1297" actId="1076"/>
        <pc:sldMkLst>
          <pc:docMk/>
          <pc:sldMk cId="510845350" sldId="361"/>
        </pc:sldMkLst>
        <pc:picChg chg="add mod">
          <ac:chgData name="Lizethe Pérez Fuertes" userId="4ae9ef87-2a7d-42f8-8dfa-0a501a9e2ff4" providerId="ADAL" clId="{FDDD45CB-1330-4033-A842-3D2746AFF7C7}" dt="2026-08-16T21:48:41.386" v="1296" actId="1076"/>
          <ac:picMkLst>
            <pc:docMk/>
            <pc:sldMk cId="510845350" sldId="361"/>
            <ac:picMk id="7" creationId="{37369BFA-7C9D-A59F-C9D4-248840D12FCB}"/>
          </ac:picMkLst>
        </pc:picChg>
        <pc:picChg chg="add mod">
          <ac:chgData name="Lizethe Pérez Fuertes" userId="4ae9ef87-2a7d-42f8-8dfa-0a501a9e2ff4" providerId="ADAL" clId="{FDDD45CB-1330-4033-A842-3D2746AFF7C7}" dt="2026-08-16T21:48:47.706" v="1297" actId="1076"/>
          <ac:picMkLst>
            <pc:docMk/>
            <pc:sldMk cId="510845350" sldId="361"/>
            <ac:picMk id="11" creationId="{ADD1A646-CAF3-CB88-3313-81F894193F8B}"/>
          </ac:picMkLst>
        </pc:picChg>
      </pc:sldChg>
      <pc:sldChg chg="addSp modSp add del mod">
        <pc:chgData name="Lizethe Pérez Fuertes" userId="4ae9ef87-2a7d-42f8-8dfa-0a501a9e2ff4" providerId="ADAL" clId="{FDDD45CB-1330-4033-A842-3D2746AFF7C7}" dt="2026-08-30T23:39:23.531" v="1328" actId="47"/>
        <pc:sldMkLst>
          <pc:docMk/>
          <pc:sldMk cId="3550175443" sldId="362"/>
        </pc:sldMkLst>
      </pc:sldChg>
      <pc:sldMasterChg chg="delSldLayout">
        <pc:chgData name="Lizethe Pérez Fuertes" userId="4ae9ef87-2a7d-42f8-8dfa-0a501a9e2ff4" providerId="ADAL" clId="{FDDD45CB-1330-4033-A842-3D2746AFF7C7}" dt="2026-08-16T21:53:20.506" v="1323" actId="47"/>
        <pc:sldMasterMkLst>
          <pc:docMk/>
          <pc:sldMasterMk cId="1000699671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9EA85-E274-4EA7-8880-BB3ECF55DB78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F1478-83C0-459C-9DF2-CF8FE5DEE0C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7056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9522D-34E6-9E45-96EA-6089C5945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ED95D2D3-B7F0-E375-E0D4-F0205EF27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3297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0A1CA-D7AD-3F93-1FF1-29AB83CAA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AD491073-CA63-52B9-684A-FE544DC6B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6576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373E4-5E93-6EE8-011F-5A0140101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95D26951-5D50-293C-1696-C02CB2E7A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6287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D255-41DA-BCCF-6602-8B10ABF1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B2830F11-5355-77CF-DC7A-C355FDF55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2815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3AB5B-DB4C-0404-30A8-D7871BDFC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3F524BF1-A3E6-128A-3EF3-A04A2EF12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2225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3A0CE-3ED0-3973-422B-306CD5DE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CBE6BDE5-CAA2-8CBE-233A-83438F7A6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1009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DCF0E-529D-6612-B028-23535B5B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95E13D60-1C35-B5ED-9395-CBDEFF11A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0927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D6B80-EA35-CA05-87F6-D63E099A8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59910152-77B8-3AA9-EEFD-8E392CB8E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6951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AD5DB-00C3-3226-557A-041589E9C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35860AD7-89FB-FA38-7B65-D7ED949D6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9274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309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350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4934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82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4790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717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2963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987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358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0954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44803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985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069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1A585A2-4B80-479F-964A-0052A3859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3526" y="2076498"/>
            <a:ext cx="6728792" cy="792088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Procesamiento de archivos de Excel</a:t>
            </a:r>
            <a:endParaRPr lang="es-MX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E17FE7B-5FE1-5257-C101-148E65F97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2884937"/>
            <a:ext cx="3372321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AF9A3DB-3D1C-9A5E-10C7-6E89AE734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1802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Librerías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10B0507B-3D52-32E9-9C30-B98FF46EA682}"/>
              </a:ext>
            </a:extLst>
          </p:cNvPr>
          <p:cNvSpPr txBox="1">
            <a:spLocks/>
          </p:cNvSpPr>
          <p:nvPr/>
        </p:nvSpPr>
        <p:spPr>
          <a:xfrm>
            <a:off x="539552" y="1340768"/>
            <a:ext cx="8021804" cy="132799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Para poder manipular archivos de Excel mediante Python, debes tener instalado </a:t>
            </a:r>
            <a:r>
              <a:rPr lang="es-MX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pandas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y la librería </a:t>
            </a:r>
            <a:r>
              <a:rPr lang="es-MX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xlrd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En Thonny, la instalación se hace con los siguientes pasos: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214C795-67FE-F9E4-BA01-69B634904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80" y="2924944"/>
            <a:ext cx="8089439" cy="29134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A2211-51FB-0161-C4C1-9072DB80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88F26530-0FC0-8D34-803B-F21109446107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C6C2889-8B55-1F17-4081-E1AD4C7AC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1802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Preparativos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1E87AA98-3A93-84A8-25C1-7FB00C1CEF10}"/>
              </a:ext>
            </a:extLst>
          </p:cNvPr>
          <p:cNvSpPr txBox="1">
            <a:spLocks/>
          </p:cNvSpPr>
          <p:nvPr/>
        </p:nvSpPr>
        <p:spPr>
          <a:xfrm>
            <a:off x="576814" y="1193800"/>
            <a:ext cx="8021804" cy="10458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28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También descarga la tabla 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vendedores.xlsx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, la cual muestra información de los vendedores en una empresa, dividida por regiones (norte, sur, este, oeste).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B1EBA4-408E-7F50-CE3B-5F4FF576C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692" y="2377479"/>
            <a:ext cx="5745180" cy="41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329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9878-DA11-1635-45E7-4A4360FA7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554CB79A-3308-3804-81C0-B59BDB324DDF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C3BB304-B274-5EB7-8A0E-5A856EA2E3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18020"/>
            <a:ext cx="7010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Carga de un archivo de Excel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DC0A60F3-A060-152F-914C-F244B4E6B79B}"/>
              </a:ext>
            </a:extLst>
          </p:cNvPr>
          <p:cNvSpPr txBox="1">
            <a:spLocks/>
          </p:cNvSpPr>
          <p:nvPr/>
        </p:nvSpPr>
        <p:spPr>
          <a:xfrm>
            <a:off x="607180" y="1454427"/>
            <a:ext cx="8021804" cy="1260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25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Podemos utilizar la librería de Pandas para poder leer la información contenida en un archivo de Excel.</a:t>
            </a:r>
          </a:p>
          <a:p>
            <a:pPr algn="just">
              <a:lnSpc>
                <a:spcPts val="2500"/>
              </a:lnSpc>
            </a:pP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25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Para ello, utiliza el método 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read_Excel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("nombre del archivo")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7EDF45-9B33-B323-ED00-BD6AA461C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3127645"/>
            <a:ext cx="6012160" cy="251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6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E6EF3-89FE-13F1-949B-B64D14597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00A99C9-0624-8BD4-0246-CBAC0CBB9E45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47AEF69-A8DA-8E41-3269-E486B1865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32" y="476672"/>
            <a:ext cx="5613782" cy="568863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EBE24B3-999B-5DA3-0C4A-DFB3A1164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1093707"/>
            <a:ext cx="2892750" cy="467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361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DE1F0-4147-84A8-F818-C279E710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8E552608-A31F-0DC9-E7B5-13619232CB56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EF01FDC-E38D-23E6-880E-C7267D6092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640" y="836712"/>
            <a:ext cx="6626382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Extracción de información por columna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376096C4-13A8-8E79-C726-65D2FDE1A7B5}"/>
              </a:ext>
            </a:extLst>
          </p:cNvPr>
          <p:cNvSpPr txBox="1">
            <a:spLocks/>
          </p:cNvSpPr>
          <p:nvPr/>
        </p:nvSpPr>
        <p:spPr>
          <a:xfrm>
            <a:off x="1258809" y="2547765"/>
            <a:ext cx="6626382" cy="176247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Se requiere guardar la información de una columna entera en una lista, utiliza la siguiente sintaxis:</a:t>
            </a:r>
          </a:p>
          <a:p>
            <a:pPr algn="just">
              <a:lnSpc>
                <a:spcPct val="150000"/>
              </a:lnSpc>
            </a:pPr>
            <a:endParaRPr lang="es-MX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2500"/>
              </a:lnSpc>
            </a:pP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500"/>
              </a:lnSpc>
            </a:pPr>
            <a:r>
              <a:rPr lang="es-MX" sz="3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 </a:t>
            </a:r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s-MX" sz="3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</a:t>
            </a:r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es-MX" sz="3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'Columna' </a:t>
            </a:r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994487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07CF-EBA2-6DB5-2DB3-4FD31F25B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225F66EC-1EDF-255D-5760-BA105DF891B0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8DDCF5-067F-A6F9-EBA2-3194F8F3C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936643"/>
            <a:ext cx="5198276" cy="464475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1A03CA4-A748-5B11-1594-49C245561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56" y="1484784"/>
            <a:ext cx="3877216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90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565D1-F200-6054-82C9-4CBA872CA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467FC619-6EA8-6075-9206-BA15434B7E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Medidas descriptivas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87A43A13-D5E9-CB4C-833D-953CAC858ED9}"/>
              </a:ext>
            </a:extLst>
          </p:cNvPr>
          <p:cNvSpPr txBox="1"/>
          <p:nvPr/>
        </p:nvSpPr>
        <p:spPr>
          <a:xfrm>
            <a:off x="662969" y="1628800"/>
            <a:ext cx="7904321" cy="3328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463868" algn="just">
              <a:lnSpc>
                <a:spcPts val="30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Al guardar la información en listas, puedes obtener diversas medidas descriptivas, tales como el valor más grande, el más pequeño, el promedio, la cantidad de registros, etc.</a:t>
            </a:r>
          </a:p>
          <a:p>
            <a:pPr marL="9525" marR="463868" algn="just">
              <a:lnSpc>
                <a:spcPts val="3000"/>
              </a:lnSpc>
            </a:pP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525" marR="463868" algn="ctr">
              <a:lnSpc>
                <a:spcPct val="150000"/>
              </a:lnSpc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lista.max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9525" marR="463868" algn="ctr">
              <a:lnSpc>
                <a:spcPct val="150000"/>
              </a:lnSpc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lista.min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9525" marR="463868" algn="ctr">
              <a:lnSpc>
                <a:spcPct val="150000"/>
              </a:lnSpc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lista.mean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9525" marR="463868" algn="ctr">
              <a:lnSpc>
                <a:spcPct val="150000"/>
              </a:lnSpc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lista.count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34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27E91-934C-41B3-4A79-60C1D4AD8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791934EC-7C4D-47AC-51DD-404BBBC72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506" y="4292338"/>
            <a:ext cx="3971494" cy="247166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E3385210-47E4-3D48-828A-4C914EB04AA7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E48C86-0B44-B8BA-AA6A-2EAEEAC07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052736"/>
            <a:ext cx="5688632" cy="356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65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CE52A-E744-1A04-7C2E-6F981BB43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B11C2D60-3ECD-A376-24FC-22A8CE19026A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F8CA777-6527-6104-938A-6C4020F5E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Extracción de subtablas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4048B53B-E1C7-D904-7EAB-35CD82F62BEF}"/>
              </a:ext>
            </a:extLst>
          </p:cNvPr>
          <p:cNvSpPr txBox="1"/>
          <p:nvPr/>
        </p:nvSpPr>
        <p:spPr>
          <a:xfrm>
            <a:off x="657035" y="1421050"/>
            <a:ext cx="7904321" cy="16172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/>
              <a:t>Para poder obtener una subtabla de la tabla principal, debes de agruparla por alguna columna, y después especificar el valor.</a:t>
            </a:r>
          </a:p>
          <a:p>
            <a:pPr>
              <a:lnSpc>
                <a:spcPct val="150000"/>
              </a:lnSpc>
            </a:pPr>
            <a:endParaRPr lang="es-MX" dirty="0"/>
          </a:p>
          <a:p>
            <a:pPr>
              <a:lnSpc>
                <a:spcPct val="150000"/>
              </a:lnSpc>
            </a:pPr>
            <a:r>
              <a:rPr lang="es-MX" dirty="0"/>
              <a:t>Para ello, utiliza el método </a:t>
            </a:r>
            <a:r>
              <a:rPr lang="es-MX" b="1" dirty="0" err="1">
                <a:solidFill>
                  <a:schemeClr val="accent6">
                    <a:lumMod val="75000"/>
                  </a:schemeClr>
                </a:solidFill>
              </a:rPr>
              <a:t>groupby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('Columna').</a:t>
            </a:r>
            <a:r>
              <a:rPr lang="es-MX" b="1" dirty="0" err="1">
                <a:solidFill>
                  <a:schemeClr val="accent6">
                    <a:lumMod val="75000"/>
                  </a:schemeClr>
                </a:solidFill>
              </a:rPr>
              <a:t>get_group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('Valor')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E98D8C9-0750-FC7F-BF0A-E4E45B4E7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249" y="3145032"/>
            <a:ext cx="4543502" cy="338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90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70E26-DC45-DC13-272E-758FE1E3B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7369BFA-7C9D-A59F-C9D4-248840D12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93" y="836712"/>
            <a:ext cx="5785271" cy="511502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DD1A646-CAF3-CB88-3313-81F894193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285" y="1124744"/>
            <a:ext cx="2783064" cy="453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45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6181</TotalTime>
  <Words>244</Words>
  <Application>Microsoft Office PowerPoint</Application>
  <PresentationFormat>Presentación en pantalla (4:3)</PresentationFormat>
  <Paragraphs>36</Paragraphs>
  <Slides>12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Corbel</vt:lpstr>
      <vt:lpstr>Dom Casual</vt:lpstr>
      <vt:lpstr>Tema de Office</vt:lpstr>
      <vt:lpstr>TC 1037  Pensamiento algorítmico</vt:lpstr>
      <vt:lpstr>Librerías</vt:lpstr>
      <vt:lpstr>Preparativos</vt:lpstr>
      <vt:lpstr>Carga de un archivo de Excel</vt:lpstr>
      <vt:lpstr>Presentación de PowerPoint</vt:lpstr>
      <vt:lpstr>Extracción de información por columna</vt:lpstr>
      <vt:lpstr>Presentación de PowerPoint</vt:lpstr>
      <vt:lpstr>Medidas descriptivas</vt:lpstr>
      <vt:lpstr>Presentación de PowerPoint</vt:lpstr>
      <vt:lpstr>Extracción de subtablas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profesor</dc:creator>
  <cp:lastModifiedBy>Lizethe Pérez Fuertes</cp:lastModifiedBy>
  <cp:revision>104</cp:revision>
  <dcterms:created xsi:type="dcterms:W3CDTF">2013-07-08T17:54:54Z</dcterms:created>
  <dcterms:modified xsi:type="dcterms:W3CDTF">2026-08-30T23:39:23Z</dcterms:modified>
</cp:coreProperties>
</file>