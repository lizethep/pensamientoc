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89" r:id="rId2"/>
    <p:sldId id="257" r:id="rId3"/>
    <p:sldId id="345" r:id="rId4"/>
    <p:sldId id="346" r:id="rId5"/>
    <p:sldId id="347" r:id="rId6"/>
    <p:sldId id="348" r:id="rId7"/>
    <p:sldId id="341" r:id="rId8"/>
    <p:sldId id="277" r:id="rId9"/>
    <p:sldId id="264" r:id="rId10"/>
    <p:sldId id="278" r:id="rId11"/>
    <p:sldId id="266" r:id="rId12"/>
    <p:sldId id="349" r:id="rId13"/>
    <p:sldId id="350" r:id="rId14"/>
    <p:sldId id="351" r:id="rId15"/>
    <p:sldId id="271" r:id="rId16"/>
    <p:sldId id="353" r:id="rId17"/>
    <p:sldId id="344" r:id="rId18"/>
    <p:sldId id="275" r:id="rId19"/>
    <p:sldId id="282" r:id="rId20"/>
  </p:sldIdLst>
  <p:sldSz cx="9144000" cy="6858000" type="screen4x3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10D7C7D-E384-446E-8D66-107447B0BD57}" v="33" dt="2026-08-11T22:22:51.2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898" autoAdjust="0"/>
    <p:restoredTop sz="93239" autoAdjust="0"/>
  </p:normalViewPr>
  <p:slideViewPr>
    <p:cSldViewPr>
      <p:cViewPr varScale="1">
        <p:scale>
          <a:sx n="115" d="100"/>
          <a:sy n="115" d="100"/>
        </p:scale>
        <p:origin x="1596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zethe Pérez Fuertes" userId="4ae9ef87-2a7d-42f8-8dfa-0a501a9e2ff4" providerId="ADAL" clId="{FDDD45CB-1330-4033-A842-3D2746AFF7C7}"/>
    <pc:docChg chg="undo custSel addSld delSld modSld">
      <pc:chgData name="Lizethe Pérez Fuertes" userId="4ae9ef87-2a7d-42f8-8dfa-0a501a9e2ff4" providerId="ADAL" clId="{FDDD45CB-1330-4033-A842-3D2746AFF7C7}" dt="2026-08-11T22:24:03.631" v="922" actId="47"/>
      <pc:docMkLst>
        <pc:docMk/>
      </pc:docMkLst>
      <pc:sldChg chg="add del modNotes">
        <pc:chgData name="Lizethe Pérez Fuertes" userId="4ae9ef87-2a7d-42f8-8dfa-0a501a9e2ff4" providerId="ADAL" clId="{FDDD45CB-1330-4033-A842-3D2746AFF7C7}" dt="2026-08-11T17:31:43.404" v="56" actId="47"/>
        <pc:sldMkLst>
          <pc:docMk/>
          <pc:sldMk cId="0" sldId="256"/>
        </pc:sldMkLst>
      </pc:sldChg>
      <pc:sldChg chg="addSp delSp modSp mod">
        <pc:chgData name="Lizethe Pérez Fuertes" userId="4ae9ef87-2a7d-42f8-8dfa-0a501a9e2ff4" providerId="ADAL" clId="{FDDD45CB-1330-4033-A842-3D2746AFF7C7}" dt="2026-08-11T17:36:46.040" v="111" actId="20577"/>
        <pc:sldMkLst>
          <pc:docMk/>
          <pc:sldMk cId="0" sldId="257"/>
        </pc:sldMkLst>
        <pc:spChg chg="del">
          <ac:chgData name="Lizethe Pérez Fuertes" userId="4ae9ef87-2a7d-42f8-8dfa-0a501a9e2ff4" providerId="ADAL" clId="{FDDD45CB-1330-4033-A842-3D2746AFF7C7}" dt="2026-08-11T17:32:38.348" v="71" actId="478"/>
          <ac:spMkLst>
            <pc:docMk/>
            <pc:sldMk cId="0" sldId="257"/>
            <ac:spMk id="2" creationId="{00000000-0000-0000-0000-000000000000}"/>
          </ac:spMkLst>
        </pc:spChg>
        <pc:spChg chg="del">
          <ac:chgData name="Lizethe Pérez Fuertes" userId="4ae9ef87-2a7d-42f8-8dfa-0a501a9e2ff4" providerId="ADAL" clId="{FDDD45CB-1330-4033-A842-3D2746AFF7C7}" dt="2026-08-11T17:32:38.348" v="71" actId="478"/>
          <ac:spMkLst>
            <pc:docMk/>
            <pc:sldMk cId="0" sldId="257"/>
            <ac:spMk id="3" creationId="{00000000-0000-0000-0000-000000000000}"/>
          </ac:spMkLst>
        </pc:spChg>
        <pc:spChg chg="del">
          <ac:chgData name="Lizethe Pérez Fuertes" userId="4ae9ef87-2a7d-42f8-8dfa-0a501a9e2ff4" providerId="ADAL" clId="{FDDD45CB-1330-4033-A842-3D2746AFF7C7}" dt="2026-08-11T17:32:38.348" v="71" actId="478"/>
          <ac:spMkLst>
            <pc:docMk/>
            <pc:sldMk cId="0" sldId="257"/>
            <ac:spMk id="4" creationId="{00000000-0000-0000-0000-000000000000}"/>
          </ac:spMkLst>
        </pc:spChg>
        <pc:spChg chg="mod">
          <ac:chgData name="Lizethe Pérez Fuertes" userId="4ae9ef87-2a7d-42f8-8dfa-0a501a9e2ff4" providerId="ADAL" clId="{FDDD45CB-1330-4033-A842-3D2746AFF7C7}" dt="2026-08-11T17:36:46.040" v="111" actId="20577"/>
          <ac:spMkLst>
            <pc:docMk/>
            <pc:sldMk cId="0" sldId="257"/>
            <ac:spMk id="6" creationId="{1AF9A3DB-3D1C-9A5E-10C7-6E89AE734539}"/>
          </ac:spMkLst>
        </pc:spChg>
        <pc:spChg chg="add mod">
          <ac:chgData name="Lizethe Pérez Fuertes" userId="4ae9ef87-2a7d-42f8-8dfa-0a501a9e2ff4" providerId="ADAL" clId="{FDDD45CB-1330-4033-A842-3D2746AFF7C7}" dt="2026-08-11T17:36:20.530" v="101" actId="14100"/>
          <ac:spMkLst>
            <pc:docMk/>
            <pc:sldMk cId="0" sldId="257"/>
            <ac:spMk id="7" creationId="{48387A90-B8D0-5633-E0CD-04FD7733D748}"/>
          </ac:spMkLst>
        </pc:spChg>
        <pc:spChg chg="add mod">
          <ac:chgData name="Lizethe Pérez Fuertes" userId="4ae9ef87-2a7d-42f8-8dfa-0a501a9e2ff4" providerId="ADAL" clId="{FDDD45CB-1330-4033-A842-3D2746AFF7C7}" dt="2026-08-11T17:36:05.037" v="98" actId="1035"/>
          <ac:spMkLst>
            <pc:docMk/>
            <pc:sldMk cId="0" sldId="257"/>
            <ac:spMk id="8" creationId="{10B0507B-3D52-32E9-9C30-B98FF46EA682}"/>
          </ac:spMkLst>
        </pc:spChg>
        <pc:spChg chg="add mod">
          <ac:chgData name="Lizethe Pérez Fuertes" userId="4ae9ef87-2a7d-42f8-8dfa-0a501a9e2ff4" providerId="ADAL" clId="{FDDD45CB-1330-4033-A842-3D2746AFF7C7}" dt="2026-08-11T17:36:05.037" v="98" actId="1035"/>
          <ac:spMkLst>
            <pc:docMk/>
            <pc:sldMk cId="0" sldId="257"/>
            <ac:spMk id="9" creationId="{63ADC096-0225-76FF-EE86-182A49E11943}"/>
          </ac:spMkLst>
        </pc:spChg>
        <pc:picChg chg="add mod">
          <ac:chgData name="Lizethe Pérez Fuertes" userId="4ae9ef87-2a7d-42f8-8dfa-0a501a9e2ff4" providerId="ADAL" clId="{FDDD45CB-1330-4033-A842-3D2746AFF7C7}" dt="2026-08-11T17:36:05.037" v="98" actId="1035"/>
          <ac:picMkLst>
            <pc:docMk/>
            <pc:sldMk cId="0" sldId="257"/>
            <ac:picMk id="11" creationId="{D681B0E7-EE8A-1C2D-AB74-135D56A2962A}"/>
          </ac:picMkLst>
        </pc:picChg>
        <pc:picChg chg="add mod">
          <ac:chgData name="Lizethe Pérez Fuertes" userId="4ae9ef87-2a7d-42f8-8dfa-0a501a9e2ff4" providerId="ADAL" clId="{FDDD45CB-1330-4033-A842-3D2746AFF7C7}" dt="2026-08-11T17:36:22.206" v="102" actId="1076"/>
          <ac:picMkLst>
            <pc:docMk/>
            <pc:sldMk cId="0" sldId="257"/>
            <ac:picMk id="13" creationId="{41B7CF8F-6DA9-C35C-4735-BA5EBFC3F049}"/>
          </ac:picMkLst>
        </pc:picChg>
      </pc:sldChg>
      <pc:sldChg chg="del">
        <pc:chgData name="Lizethe Pérez Fuertes" userId="4ae9ef87-2a7d-42f8-8dfa-0a501a9e2ff4" providerId="ADAL" clId="{FDDD45CB-1330-4033-A842-3D2746AFF7C7}" dt="2026-08-11T22:24:03.631" v="922" actId="47"/>
        <pc:sldMkLst>
          <pc:docMk/>
          <pc:sldMk cId="0" sldId="258"/>
        </pc:sldMkLst>
      </pc:sldChg>
      <pc:sldChg chg="del">
        <pc:chgData name="Lizethe Pérez Fuertes" userId="4ae9ef87-2a7d-42f8-8dfa-0a501a9e2ff4" providerId="ADAL" clId="{FDDD45CB-1330-4033-A842-3D2746AFF7C7}" dt="2026-08-11T22:24:03.631" v="922" actId="47"/>
        <pc:sldMkLst>
          <pc:docMk/>
          <pc:sldMk cId="0" sldId="259"/>
        </pc:sldMkLst>
      </pc:sldChg>
      <pc:sldChg chg="add del modNotes">
        <pc:chgData name="Lizethe Pérez Fuertes" userId="4ae9ef87-2a7d-42f8-8dfa-0a501a9e2ff4" providerId="ADAL" clId="{FDDD45CB-1330-4033-A842-3D2746AFF7C7}" dt="2026-08-11T17:43:56.151" v="217" actId="47"/>
        <pc:sldMkLst>
          <pc:docMk/>
          <pc:sldMk cId="0" sldId="260"/>
        </pc:sldMkLst>
      </pc:sldChg>
      <pc:sldChg chg="add del modNotes">
        <pc:chgData name="Lizethe Pérez Fuertes" userId="4ae9ef87-2a7d-42f8-8dfa-0a501a9e2ff4" providerId="ADAL" clId="{FDDD45CB-1330-4033-A842-3D2746AFF7C7}" dt="2026-08-11T17:47:50.317" v="265" actId="47"/>
        <pc:sldMkLst>
          <pc:docMk/>
          <pc:sldMk cId="0" sldId="261"/>
        </pc:sldMkLst>
      </pc:sldChg>
      <pc:sldChg chg="addSp delSp modSp add mod modNotes">
        <pc:chgData name="Lizethe Pérez Fuertes" userId="4ae9ef87-2a7d-42f8-8dfa-0a501a9e2ff4" providerId="ADAL" clId="{FDDD45CB-1330-4033-A842-3D2746AFF7C7}" dt="2026-08-11T17:50:22.089" v="348" actId="1076"/>
        <pc:sldMkLst>
          <pc:docMk/>
          <pc:sldMk cId="0" sldId="264"/>
        </pc:sldMkLst>
        <pc:spChg chg="del">
          <ac:chgData name="Lizethe Pérez Fuertes" userId="4ae9ef87-2a7d-42f8-8dfa-0a501a9e2ff4" providerId="ADAL" clId="{FDDD45CB-1330-4033-A842-3D2746AFF7C7}" dt="2026-08-11T17:50:13.615" v="345" actId="478"/>
          <ac:spMkLst>
            <pc:docMk/>
            <pc:sldMk cId="0" sldId="264"/>
            <ac:spMk id="2" creationId="{00000000-0000-0000-0000-000000000000}"/>
          </ac:spMkLst>
        </pc:spChg>
        <pc:spChg chg="add mod">
          <ac:chgData name="Lizethe Pérez Fuertes" userId="4ae9ef87-2a7d-42f8-8dfa-0a501a9e2ff4" providerId="ADAL" clId="{FDDD45CB-1330-4033-A842-3D2746AFF7C7}" dt="2026-08-11T17:50:16.971" v="346" actId="1076"/>
          <ac:spMkLst>
            <pc:docMk/>
            <pc:sldMk cId="0" sldId="264"/>
            <ac:spMk id="3" creationId="{C88041C6-7007-3A11-94B6-0710B3A41B09}"/>
          </ac:spMkLst>
        </pc:spChg>
        <pc:picChg chg="mod">
          <ac:chgData name="Lizethe Pérez Fuertes" userId="4ae9ef87-2a7d-42f8-8dfa-0a501a9e2ff4" providerId="ADAL" clId="{FDDD45CB-1330-4033-A842-3D2746AFF7C7}" dt="2026-08-11T17:50:19.855" v="347" actId="1076"/>
          <ac:picMkLst>
            <pc:docMk/>
            <pc:sldMk cId="0" sldId="264"/>
            <ac:picMk id="5" creationId="{4F79FCD4-8C6E-D548-3846-653CE5880FE1}"/>
          </ac:picMkLst>
        </pc:picChg>
        <pc:picChg chg="mod">
          <ac:chgData name="Lizethe Pérez Fuertes" userId="4ae9ef87-2a7d-42f8-8dfa-0a501a9e2ff4" providerId="ADAL" clId="{FDDD45CB-1330-4033-A842-3D2746AFF7C7}" dt="2026-08-11T17:50:22.089" v="348" actId="1076"/>
          <ac:picMkLst>
            <pc:docMk/>
            <pc:sldMk cId="0" sldId="264"/>
            <ac:picMk id="7" creationId="{D6F15B11-96E9-8B85-DB56-6DC592C44302}"/>
          </ac:picMkLst>
        </pc:picChg>
      </pc:sldChg>
      <pc:sldChg chg="add del modNotes">
        <pc:chgData name="Lizethe Pérez Fuertes" userId="4ae9ef87-2a7d-42f8-8dfa-0a501a9e2ff4" providerId="ADAL" clId="{FDDD45CB-1330-4033-A842-3D2746AFF7C7}" dt="2026-08-11T18:10:54.539" v="644" actId="47"/>
        <pc:sldMkLst>
          <pc:docMk/>
          <pc:sldMk cId="0" sldId="265"/>
        </pc:sldMkLst>
      </pc:sldChg>
      <pc:sldChg chg="addSp delSp modSp add mod modNotes">
        <pc:chgData name="Lizethe Pérez Fuertes" userId="4ae9ef87-2a7d-42f8-8dfa-0a501a9e2ff4" providerId="ADAL" clId="{FDDD45CB-1330-4033-A842-3D2746AFF7C7}" dt="2026-08-11T17:52:51.118" v="432" actId="1076"/>
        <pc:sldMkLst>
          <pc:docMk/>
          <pc:sldMk cId="0" sldId="266"/>
        </pc:sldMkLst>
        <pc:spChg chg="del">
          <ac:chgData name="Lizethe Pérez Fuertes" userId="4ae9ef87-2a7d-42f8-8dfa-0a501a9e2ff4" providerId="ADAL" clId="{FDDD45CB-1330-4033-A842-3D2746AFF7C7}" dt="2026-08-11T17:52:06.955" v="420" actId="478"/>
          <ac:spMkLst>
            <pc:docMk/>
            <pc:sldMk cId="0" sldId="266"/>
            <ac:spMk id="2" creationId="{00000000-0000-0000-0000-000000000000}"/>
          </ac:spMkLst>
        </pc:spChg>
        <pc:spChg chg="add mod">
          <ac:chgData name="Lizethe Pérez Fuertes" userId="4ae9ef87-2a7d-42f8-8dfa-0a501a9e2ff4" providerId="ADAL" clId="{FDDD45CB-1330-4033-A842-3D2746AFF7C7}" dt="2026-08-11T17:52:10.533" v="421" actId="1076"/>
          <ac:spMkLst>
            <pc:docMk/>
            <pc:sldMk cId="0" sldId="266"/>
            <ac:spMk id="3" creationId="{DAD51E3A-651A-8460-125A-EA9072C49323}"/>
          </ac:spMkLst>
        </pc:spChg>
        <pc:spChg chg="add mod ord">
          <ac:chgData name="Lizethe Pérez Fuertes" userId="4ae9ef87-2a7d-42f8-8dfa-0a501a9e2ff4" providerId="ADAL" clId="{FDDD45CB-1330-4033-A842-3D2746AFF7C7}" dt="2026-08-11T17:52:51.118" v="432" actId="1076"/>
          <ac:spMkLst>
            <pc:docMk/>
            <pc:sldMk cId="0" sldId="266"/>
            <ac:spMk id="7" creationId="{8319DF00-CD43-45C2-8F54-9AF570CA73E8}"/>
          </ac:spMkLst>
        </pc:spChg>
        <pc:picChg chg="mod">
          <ac:chgData name="Lizethe Pérez Fuertes" userId="4ae9ef87-2a7d-42f8-8dfa-0a501a9e2ff4" providerId="ADAL" clId="{FDDD45CB-1330-4033-A842-3D2746AFF7C7}" dt="2026-08-11T17:52:51.118" v="432" actId="1076"/>
          <ac:picMkLst>
            <pc:docMk/>
            <pc:sldMk cId="0" sldId="266"/>
            <ac:picMk id="4" creationId="{9CC45880-A2EE-BA21-B7D5-E632DC3DCD1D}"/>
          </ac:picMkLst>
        </pc:picChg>
      </pc:sldChg>
      <pc:sldChg chg="del">
        <pc:chgData name="Lizethe Pérez Fuertes" userId="4ae9ef87-2a7d-42f8-8dfa-0a501a9e2ff4" providerId="ADAL" clId="{FDDD45CB-1330-4033-A842-3D2746AFF7C7}" dt="2026-08-11T22:24:03.631" v="922" actId="47"/>
        <pc:sldMkLst>
          <pc:docMk/>
          <pc:sldMk cId="0" sldId="267"/>
        </pc:sldMkLst>
      </pc:sldChg>
      <pc:sldChg chg="del">
        <pc:chgData name="Lizethe Pérez Fuertes" userId="4ae9ef87-2a7d-42f8-8dfa-0a501a9e2ff4" providerId="ADAL" clId="{FDDD45CB-1330-4033-A842-3D2746AFF7C7}" dt="2026-08-11T22:24:03.631" v="922" actId="47"/>
        <pc:sldMkLst>
          <pc:docMk/>
          <pc:sldMk cId="0" sldId="268"/>
        </pc:sldMkLst>
      </pc:sldChg>
      <pc:sldChg chg="addSp delSp modSp add del mod modNotes">
        <pc:chgData name="Lizethe Pérez Fuertes" userId="4ae9ef87-2a7d-42f8-8dfa-0a501a9e2ff4" providerId="ADAL" clId="{FDDD45CB-1330-4033-A842-3D2746AFF7C7}" dt="2026-08-11T22:21:57.968" v="902" actId="47"/>
        <pc:sldMkLst>
          <pc:docMk/>
          <pc:sldMk cId="0" sldId="271"/>
        </pc:sldMkLst>
        <pc:spChg chg="del">
          <ac:chgData name="Lizethe Pérez Fuertes" userId="4ae9ef87-2a7d-42f8-8dfa-0a501a9e2ff4" providerId="ADAL" clId="{FDDD45CB-1330-4033-A842-3D2746AFF7C7}" dt="2026-08-11T22:15:55.555" v="860" actId="478"/>
          <ac:spMkLst>
            <pc:docMk/>
            <pc:sldMk cId="0" sldId="271"/>
            <ac:spMk id="2" creationId="{00000000-0000-0000-0000-000000000000}"/>
          </ac:spMkLst>
        </pc:spChg>
        <pc:spChg chg="del mod">
          <ac:chgData name="Lizethe Pérez Fuertes" userId="4ae9ef87-2a7d-42f8-8dfa-0a501a9e2ff4" providerId="ADAL" clId="{FDDD45CB-1330-4033-A842-3D2746AFF7C7}" dt="2026-08-11T22:21:19.256" v="892" actId="478"/>
          <ac:spMkLst>
            <pc:docMk/>
            <pc:sldMk cId="0" sldId="271"/>
            <ac:spMk id="3" creationId="{00000000-0000-0000-0000-000000000000}"/>
          </ac:spMkLst>
        </pc:spChg>
        <pc:spChg chg="del">
          <ac:chgData name="Lizethe Pérez Fuertes" userId="4ae9ef87-2a7d-42f8-8dfa-0a501a9e2ff4" providerId="ADAL" clId="{FDDD45CB-1330-4033-A842-3D2746AFF7C7}" dt="2026-08-11T22:15:58.338" v="861" actId="478"/>
          <ac:spMkLst>
            <pc:docMk/>
            <pc:sldMk cId="0" sldId="271"/>
            <ac:spMk id="4" creationId="{00000000-0000-0000-0000-000000000000}"/>
          </ac:spMkLst>
        </pc:spChg>
        <pc:spChg chg="del">
          <ac:chgData name="Lizethe Pérez Fuertes" userId="4ae9ef87-2a7d-42f8-8dfa-0a501a9e2ff4" providerId="ADAL" clId="{FDDD45CB-1330-4033-A842-3D2746AFF7C7}" dt="2026-08-11T22:14:59.002" v="857" actId="478"/>
          <ac:spMkLst>
            <pc:docMk/>
            <pc:sldMk cId="0" sldId="271"/>
            <ac:spMk id="8" creationId="{00000000-0000-0000-0000-000000000000}"/>
          </ac:spMkLst>
        </pc:spChg>
        <pc:spChg chg="add mod">
          <ac:chgData name="Lizethe Pérez Fuertes" userId="4ae9ef87-2a7d-42f8-8dfa-0a501a9e2ff4" providerId="ADAL" clId="{FDDD45CB-1330-4033-A842-3D2746AFF7C7}" dt="2026-08-11T22:20:26.732" v="884" actId="2711"/>
          <ac:spMkLst>
            <pc:docMk/>
            <pc:sldMk cId="0" sldId="271"/>
            <ac:spMk id="10" creationId="{4ACC8272-22AB-9EEA-C102-57557BF86DDE}"/>
          </ac:spMkLst>
        </pc:spChg>
        <pc:spChg chg="add del">
          <ac:chgData name="Lizethe Pérez Fuertes" userId="4ae9ef87-2a7d-42f8-8dfa-0a501a9e2ff4" providerId="ADAL" clId="{FDDD45CB-1330-4033-A842-3D2746AFF7C7}" dt="2026-08-11T22:20:46.458" v="886" actId="22"/>
          <ac:spMkLst>
            <pc:docMk/>
            <pc:sldMk cId="0" sldId="271"/>
            <ac:spMk id="12" creationId="{B3204B30-001F-440B-A1AE-5A2BBE8F3273}"/>
          </ac:spMkLst>
        </pc:spChg>
        <pc:spChg chg="add del">
          <ac:chgData name="Lizethe Pérez Fuertes" userId="4ae9ef87-2a7d-42f8-8dfa-0a501a9e2ff4" providerId="ADAL" clId="{FDDD45CB-1330-4033-A842-3D2746AFF7C7}" dt="2026-08-11T22:20:49.234" v="888" actId="22"/>
          <ac:spMkLst>
            <pc:docMk/>
            <pc:sldMk cId="0" sldId="271"/>
            <ac:spMk id="14" creationId="{25AEDEE4-A21F-413F-9BC4-D41211BA2F2E}"/>
          </ac:spMkLst>
        </pc:spChg>
        <pc:spChg chg="add mod">
          <ac:chgData name="Lizethe Pérez Fuertes" userId="4ae9ef87-2a7d-42f8-8dfa-0a501a9e2ff4" providerId="ADAL" clId="{FDDD45CB-1330-4033-A842-3D2746AFF7C7}" dt="2026-08-11T22:21:25.314" v="894" actId="1076"/>
          <ac:spMkLst>
            <pc:docMk/>
            <pc:sldMk cId="0" sldId="271"/>
            <ac:spMk id="15" creationId="{487D7397-7469-7D2C-0905-F67923A8DF2F}"/>
          </ac:spMkLst>
        </pc:spChg>
        <pc:graphicFrameChg chg="del modGraphic">
          <ac:chgData name="Lizethe Pérez Fuertes" userId="4ae9ef87-2a7d-42f8-8dfa-0a501a9e2ff4" providerId="ADAL" clId="{FDDD45CB-1330-4033-A842-3D2746AFF7C7}" dt="2026-08-11T22:06:04.882" v="790" actId="478"/>
          <ac:graphicFrameMkLst>
            <pc:docMk/>
            <pc:sldMk cId="0" sldId="271"/>
            <ac:graphicFrameMk id="5" creationId="{00000000-0000-0000-0000-000000000000}"/>
          </ac:graphicFrameMkLst>
        </pc:graphicFrameChg>
        <pc:graphicFrameChg chg="del">
          <ac:chgData name="Lizethe Pérez Fuertes" userId="4ae9ef87-2a7d-42f8-8dfa-0a501a9e2ff4" providerId="ADAL" clId="{FDDD45CB-1330-4033-A842-3D2746AFF7C7}" dt="2026-08-11T22:06:07.921" v="791" actId="478"/>
          <ac:graphicFrameMkLst>
            <pc:docMk/>
            <pc:sldMk cId="0" sldId="271"/>
            <ac:graphicFrameMk id="6" creationId="{00000000-0000-0000-0000-000000000000}"/>
          </ac:graphicFrameMkLst>
        </pc:graphicFrameChg>
        <pc:graphicFrameChg chg="del">
          <ac:chgData name="Lizethe Pérez Fuertes" userId="4ae9ef87-2a7d-42f8-8dfa-0a501a9e2ff4" providerId="ADAL" clId="{FDDD45CB-1330-4033-A842-3D2746AFF7C7}" dt="2026-08-11T22:06:10.465" v="792" actId="478"/>
          <ac:graphicFrameMkLst>
            <pc:docMk/>
            <pc:sldMk cId="0" sldId="271"/>
            <ac:graphicFrameMk id="7" creationId="{00000000-0000-0000-0000-000000000000}"/>
          </ac:graphicFrameMkLst>
        </pc:graphicFrameChg>
      </pc:sldChg>
      <pc:sldChg chg="del">
        <pc:chgData name="Lizethe Pérez Fuertes" userId="4ae9ef87-2a7d-42f8-8dfa-0a501a9e2ff4" providerId="ADAL" clId="{FDDD45CB-1330-4033-A842-3D2746AFF7C7}" dt="2026-08-11T22:24:03.631" v="922" actId="47"/>
        <pc:sldMkLst>
          <pc:docMk/>
          <pc:sldMk cId="0" sldId="272"/>
        </pc:sldMkLst>
      </pc:sldChg>
      <pc:sldChg chg="del">
        <pc:chgData name="Lizethe Pérez Fuertes" userId="4ae9ef87-2a7d-42f8-8dfa-0a501a9e2ff4" providerId="ADAL" clId="{FDDD45CB-1330-4033-A842-3D2746AFF7C7}" dt="2026-08-11T22:24:03.631" v="922" actId="47"/>
        <pc:sldMkLst>
          <pc:docMk/>
          <pc:sldMk cId="0" sldId="273"/>
        </pc:sldMkLst>
      </pc:sldChg>
      <pc:sldChg chg="addSp delSp modSp add mod modNotes">
        <pc:chgData name="Lizethe Pérez Fuertes" userId="4ae9ef87-2a7d-42f8-8dfa-0a501a9e2ff4" providerId="ADAL" clId="{FDDD45CB-1330-4033-A842-3D2746AFF7C7}" dt="2026-08-11T22:23:48.546" v="921" actId="1076"/>
        <pc:sldMkLst>
          <pc:docMk/>
          <pc:sldMk cId="0" sldId="275"/>
        </pc:sldMkLst>
        <pc:spChg chg="del">
          <ac:chgData name="Lizethe Pérez Fuertes" userId="4ae9ef87-2a7d-42f8-8dfa-0a501a9e2ff4" providerId="ADAL" clId="{FDDD45CB-1330-4033-A842-3D2746AFF7C7}" dt="2026-08-11T22:23:38.027" v="919" actId="478"/>
          <ac:spMkLst>
            <pc:docMk/>
            <pc:sldMk cId="0" sldId="275"/>
            <ac:spMk id="2" creationId="{00000000-0000-0000-0000-000000000000}"/>
          </ac:spMkLst>
        </pc:spChg>
        <pc:spChg chg="del">
          <ac:chgData name="Lizethe Pérez Fuertes" userId="4ae9ef87-2a7d-42f8-8dfa-0a501a9e2ff4" providerId="ADAL" clId="{FDDD45CB-1330-4033-A842-3D2746AFF7C7}" dt="2026-08-11T22:22:46.347" v="912" actId="478"/>
          <ac:spMkLst>
            <pc:docMk/>
            <pc:sldMk cId="0" sldId="275"/>
            <ac:spMk id="3" creationId="{00000000-0000-0000-0000-000000000000}"/>
          </ac:spMkLst>
        </pc:spChg>
        <pc:spChg chg="del">
          <ac:chgData name="Lizethe Pérez Fuertes" userId="4ae9ef87-2a7d-42f8-8dfa-0a501a9e2ff4" providerId="ADAL" clId="{FDDD45CB-1330-4033-A842-3D2746AFF7C7}" dt="2026-08-11T22:23:40.786" v="920" actId="478"/>
          <ac:spMkLst>
            <pc:docMk/>
            <pc:sldMk cId="0" sldId="275"/>
            <ac:spMk id="4" creationId="{00000000-0000-0000-0000-000000000000}"/>
          </ac:spMkLst>
        </pc:spChg>
        <pc:spChg chg="mod">
          <ac:chgData name="Lizethe Pérez Fuertes" userId="4ae9ef87-2a7d-42f8-8dfa-0a501a9e2ff4" providerId="ADAL" clId="{FDDD45CB-1330-4033-A842-3D2746AFF7C7}" dt="2026-08-11T22:23:29.981" v="918" actId="6549"/>
          <ac:spMkLst>
            <pc:docMk/>
            <pc:sldMk cId="0" sldId="275"/>
            <ac:spMk id="5" creationId="{00000000-0000-0000-0000-000000000000}"/>
          </ac:spMkLst>
        </pc:spChg>
        <pc:spChg chg="mod">
          <ac:chgData name="Lizethe Pérez Fuertes" userId="4ae9ef87-2a7d-42f8-8dfa-0a501a9e2ff4" providerId="ADAL" clId="{FDDD45CB-1330-4033-A842-3D2746AFF7C7}" dt="2026-08-11T22:23:48.546" v="921" actId="1076"/>
          <ac:spMkLst>
            <pc:docMk/>
            <pc:sldMk cId="0" sldId="275"/>
            <ac:spMk id="7" creationId="{5BA0B139-C7E4-4F1F-A25F-814A0026FAA6}"/>
          </ac:spMkLst>
        </pc:spChg>
        <pc:spChg chg="add del mod">
          <ac:chgData name="Lizethe Pérez Fuertes" userId="4ae9ef87-2a7d-42f8-8dfa-0a501a9e2ff4" providerId="ADAL" clId="{FDDD45CB-1330-4033-A842-3D2746AFF7C7}" dt="2026-08-11T22:22:50.761" v="913" actId="478"/>
          <ac:spMkLst>
            <pc:docMk/>
            <pc:sldMk cId="0" sldId="275"/>
            <ac:spMk id="8" creationId="{32EA9444-AE5D-E414-8A40-2D334454B96C}"/>
          </ac:spMkLst>
        </pc:spChg>
        <pc:spChg chg="add mod">
          <ac:chgData name="Lizethe Pérez Fuertes" userId="4ae9ef87-2a7d-42f8-8dfa-0a501a9e2ff4" providerId="ADAL" clId="{FDDD45CB-1330-4033-A842-3D2746AFF7C7}" dt="2026-08-11T22:22:55.609" v="915" actId="1076"/>
          <ac:spMkLst>
            <pc:docMk/>
            <pc:sldMk cId="0" sldId="275"/>
            <ac:spMk id="9" creationId="{E2C5EDB5-FA0A-F43D-241C-B6439C6F4312}"/>
          </ac:spMkLst>
        </pc:spChg>
      </pc:sldChg>
      <pc:sldChg chg="add del modNotes">
        <pc:chgData name="Lizethe Pérez Fuertes" userId="4ae9ef87-2a7d-42f8-8dfa-0a501a9e2ff4" providerId="ADAL" clId="{FDDD45CB-1330-4033-A842-3D2746AFF7C7}" dt="2026-08-11T22:24:03.631" v="922" actId="47"/>
        <pc:sldMkLst>
          <pc:docMk/>
          <pc:sldMk cId="0" sldId="276"/>
        </pc:sldMkLst>
      </pc:sldChg>
      <pc:sldChg chg="addSp delSp modSp add mod modNotes">
        <pc:chgData name="Lizethe Pérez Fuertes" userId="4ae9ef87-2a7d-42f8-8dfa-0a501a9e2ff4" providerId="ADAL" clId="{FDDD45CB-1330-4033-A842-3D2746AFF7C7}" dt="2026-08-11T17:49:51.409" v="330" actId="1076"/>
        <pc:sldMkLst>
          <pc:docMk/>
          <pc:sldMk cId="1301067117" sldId="277"/>
        </pc:sldMkLst>
        <pc:spChg chg="del">
          <ac:chgData name="Lizethe Pérez Fuertes" userId="4ae9ef87-2a7d-42f8-8dfa-0a501a9e2ff4" providerId="ADAL" clId="{FDDD45CB-1330-4033-A842-3D2746AFF7C7}" dt="2026-08-11T17:48:35.883" v="302" actId="478"/>
          <ac:spMkLst>
            <pc:docMk/>
            <pc:sldMk cId="1301067117" sldId="277"/>
            <ac:spMk id="2" creationId="{00000000-0000-0000-0000-000000000000}"/>
          </ac:spMkLst>
        </pc:spChg>
        <pc:spChg chg="add mod">
          <ac:chgData name="Lizethe Pérez Fuertes" userId="4ae9ef87-2a7d-42f8-8dfa-0a501a9e2ff4" providerId="ADAL" clId="{FDDD45CB-1330-4033-A842-3D2746AFF7C7}" dt="2026-08-11T17:49:07.246" v="321" actId="6549"/>
          <ac:spMkLst>
            <pc:docMk/>
            <pc:sldMk cId="1301067117" sldId="277"/>
            <ac:spMk id="3" creationId="{E33A72CB-ED7D-FC18-9298-452AE955077A}"/>
          </ac:spMkLst>
        </pc:spChg>
        <pc:spChg chg="add mod ord">
          <ac:chgData name="Lizethe Pérez Fuertes" userId="4ae9ef87-2a7d-42f8-8dfa-0a501a9e2ff4" providerId="ADAL" clId="{FDDD45CB-1330-4033-A842-3D2746AFF7C7}" dt="2026-08-11T17:49:51.409" v="330" actId="1076"/>
          <ac:spMkLst>
            <pc:docMk/>
            <pc:sldMk cId="1301067117" sldId="277"/>
            <ac:spMk id="4" creationId="{58BC0542-EF48-C548-B544-D25E8890EE60}"/>
          </ac:spMkLst>
        </pc:spChg>
        <pc:picChg chg="mod">
          <ac:chgData name="Lizethe Pérez Fuertes" userId="4ae9ef87-2a7d-42f8-8dfa-0a501a9e2ff4" providerId="ADAL" clId="{FDDD45CB-1330-4033-A842-3D2746AFF7C7}" dt="2026-08-11T17:49:51.409" v="330" actId="1076"/>
          <ac:picMkLst>
            <pc:docMk/>
            <pc:sldMk cId="1301067117" sldId="277"/>
            <ac:picMk id="5" creationId="{16375F94-100A-8C36-8700-0285447BBE03}"/>
          </ac:picMkLst>
        </pc:picChg>
        <pc:picChg chg="mod">
          <ac:chgData name="Lizethe Pérez Fuertes" userId="4ae9ef87-2a7d-42f8-8dfa-0a501a9e2ff4" providerId="ADAL" clId="{FDDD45CB-1330-4033-A842-3D2746AFF7C7}" dt="2026-08-11T17:49:15.244" v="323" actId="1076"/>
          <ac:picMkLst>
            <pc:docMk/>
            <pc:sldMk cId="1301067117" sldId="277"/>
            <ac:picMk id="8" creationId="{1B7CB92C-2988-369E-F987-39D0B776AC12}"/>
          </ac:picMkLst>
        </pc:picChg>
        <pc:picChg chg="mod">
          <ac:chgData name="Lizethe Pérez Fuertes" userId="4ae9ef87-2a7d-42f8-8dfa-0a501a9e2ff4" providerId="ADAL" clId="{FDDD45CB-1330-4033-A842-3D2746AFF7C7}" dt="2026-08-11T17:49:20.225" v="325" actId="1076"/>
          <ac:picMkLst>
            <pc:docMk/>
            <pc:sldMk cId="1301067117" sldId="277"/>
            <ac:picMk id="10" creationId="{10DAC105-2232-F840-79B2-CA1F1EC867B3}"/>
          </ac:picMkLst>
        </pc:picChg>
      </pc:sldChg>
      <pc:sldChg chg="addSp delSp modSp add mod modNotes">
        <pc:chgData name="Lizethe Pérez Fuertes" userId="4ae9ef87-2a7d-42f8-8dfa-0a501a9e2ff4" providerId="ADAL" clId="{FDDD45CB-1330-4033-A842-3D2746AFF7C7}" dt="2026-08-11T17:51:41.507" v="408" actId="1076"/>
        <pc:sldMkLst>
          <pc:docMk/>
          <pc:sldMk cId="2034773782" sldId="278"/>
        </pc:sldMkLst>
        <pc:spChg chg="del">
          <ac:chgData name="Lizethe Pérez Fuertes" userId="4ae9ef87-2a7d-42f8-8dfa-0a501a9e2ff4" providerId="ADAL" clId="{FDDD45CB-1330-4033-A842-3D2746AFF7C7}" dt="2026-08-11T17:50:59.566" v="393" actId="478"/>
          <ac:spMkLst>
            <pc:docMk/>
            <pc:sldMk cId="2034773782" sldId="278"/>
            <ac:spMk id="2" creationId="{00000000-0000-0000-0000-000000000000}"/>
          </ac:spMkLst>
        </pc:spChg>
        <pc:spChg chg="del">
          <ac:chgData name="Lizethe Pérez Fuertes" userId="4ae9ef87-2a7d-42f8-8dfa-0a501a9e2ff4" providerId="ADAL" clId="{FDDD45CB-1330-4033-A842-3D2746AFF7C7}" dt="2026-08-11T17:51:03.329" v="394" actId="478"/>
          <ac:spMkLst>
            <pc:docMk/>
            <pc:sldMk cId="2034773782" sldId="278"/>
            <ac:spMk id="3" creationId="{00000000-0000-0000-0000-000000000000}"/>
          </ac:spMkLst>
        </pc:spChg>
        <pc:spChg chg="del">
          <ac:chgData name="Lizethe Pérez Fuertes" userId="4ae9ef87-2a7d-42f8-8dfa-0a501a9e2ff4" providerId="ADAL" clId="{FDDD45CB-1330-4033-A842-3D2746AFF7C7}" dt="2026-08-11T17:51:19.921" v="399" actId="478"/>
          <ac:spMkLst>
            <pc:docMk/>
            <pc:sldMk cId="2034773782" sldId="278"/>
            <ac:spMk id="4" creationId="{00000000-0000-0000-0000-000000000000}"/>
          </ac:spMkLst>
        </pc:spChg>
        <pc:spChg chg="del">
          <ac:chgData name="Lizethe Pérez Fuertes" userId="4ae9ef87-2a7d-42f8-8dfa-0a501a9e2ff4" providerId="ADAL" clId="{FDDD45CB-1330-4033-A842-3D2746AFF7C7}" dt="2026-08-11T17:51:17.987" v="398" actId="478"/>
          <ac:spMkLst>
            <pc:docMk/>
            <pc:sldMk cId="2034773782" sldId="278"/>
            <ac:spMk id="5" creationId="{00000000-0000-0000-0000-000000000000}"/>
          </ac:spMkLst>
        </pc:spChg>
        <pc:spChg chg="del">
          <ac:chgData name="Lizethe Pérez Fuertes" userId="4ae9ef87-2a7d-42f8-8dfa-0a501a9e2ff4" providerId="ADAL" clId="{FDDD45CB-1330-4033-A842-3D2746AFF7C7}" dt="2026-08-11T17:51:14.258" v="397" actId="478"/>
          <ac:spMkLst>
            <pc:docMk/>
            <pc:sldMk cId="2034773782" sldId="278"/>
            <ac:spMk id="6" creationId="{00000000-0000-0000-0000-000000000000}"/>
          </ac:spMkLst>
        </pc:spChg>
        <pc:spChg chg="del">
          <ac:chgData name="Lizethe Pérez Fuertes" userId="4ae9ef87-2a7d-42f8-8dfa-0a501a9e2ff4" providerId="ADAL" clId="{FDDD45CB-1330-4033-A842-3D2746AFF7C7}" dt="2026-08-11T17:51:09.729" v="396" actId="478"/>
          <ac:spMkLst>
            <pc:docMk/>
            <pc:sldMk cId="2034773782" sldId="278"/>
            <ac:spMk id="7" creationId="{00000000-0000-0000-0000-000000000000}"/>
          </ac:spMkLst>
        </pc:spChg>
        <pc:spChg chg="del">
          <ac:chgData name="Lizethe Pérez Fuertes" userId="4ae9ef87-2a7d-42f8-8dfa-0a501a9e2ff4" providerId="ADAL" clId="{FDDD45CB-1330-4033-A842-3D2746AFF7C7}" dt="2026-08-11T17:51:09.729" v="396" actId="478"/>
          <ac:spMkLst>
            <pc:docMk/>
            <pc:sldMk cId="2034773782" sldId="278"/>
            <ac:spMk id="8" creationId="{00000000-0000-0000-0000-000000000000}"/>
          </ac:spMkLst>
        </pc:spChg>
        <pc:spChg chg="del">
          <ac:chgData name="Lizethe Pérez Fuertes" userId="4ae9ef87-2a7d-42f8-8dfa-0a501a9e2ff4" providerId="ADAL" clId="{FDDD45CB-1330-4033-A842-3D2746AFF7C7}" dt="2026-08-11T17:51:24.618" v="402" actId="478"/>
          <ac:spMkLst>
            <pc:docMk/>
            <pc:sldMk cId="2034773782" sldId="278"/>
            <ac:spMk id="9" creationId="{00000000-0000-0000-0000-000000000000}"/>
          </ac:spMkLst>
        </pc:spChg>
        <pc:spChg chg="del">
          <ac:chgData name="Lizethe Pérez Fuertes" userId="4ae9ef87-2a7d-42f8-8dfa-0a501a9e2ff4" providerId="ADAL" clId="{FDDD45CB-1330-4033-A842-3D2746AFF7C7}" dt="2026-08-11T17:50:55.698" v="392" actId="478"/>
          <ac:spMkLst>
            <pc:docMk/>
            <pc:sldMk cId="2034773782" sldId="278"/>
            <ac:spMk id="10" creationId="{00000000-0000-0000-0000-000000000000}"/>
          </ac:spMkLst>
        </pc:spChg>
        <pc:spChg chg="add mod">
          <ac:chgData name="Lizethe Pérez Fuertes" userId="4ae9ef87-2a7d-42f8-8dfa-0a501a9e2ff4" providerId="ADAL" clId="{FDDD45CB-1330-4033-A842-3D2746AFF7C7}" dt="2026-08-11T17:51:37.566" v="406" actId="1076"/>
          <ac:spMkLst>
            <pc:docMk/>
            <pc:sldMk cId="2034773782" sldId="278"/>
            <ac:spMk id="11" creationId="{6B8EDCC6-5645-7A09-B72B-BFF2245BB8D2}"/>
          </ac:spMkLst>
        </pc:spChg>
        <pc:picChg chg="mod">
          <ac:chgData name="Lizethe Pérez Fuertes" userId="4ae9ef87-2a7d-42f8-8dfa-0a501a9e2ff4" providerId="ADAL" clId="{FDDD45CB-1330-4033-A842-3D2746AFF7C7}" dt="2026-08-11T17:51:38.832" v="407" actId="1076"/>
          <ac:picMkLst>
            <pc:docMk/>
            <pc:sldMk cId="2034773782" sldId="278"/>
            <ac:picMk id="12" creationId="{63B3D925-21D2-BE92-C2AF-4292A70DEE7E}"/>
          </ac:picMkLst>
        </pc:picChg>
        <pc:picChg chg="mod ord">
          <ac:chgData name="Lizethe Pérez Fuertes" userId="4ae9ef87-2a7d-42f8-8dfa-0a501a9e2ff4" providerId="ADAL" clId="{FDDD45CB-1330-4033-A842-3D2746AFF7C7}" dt="2026-08-11T17:51:41.507" v="408" actId="1076"/>
          <ac:picMkLst>
            <pc:docMk/>
            <pc:sldMk cId="2034773782" sldId="278"/>
            <ac:picMk id="14" creationId="{DBFAF44A-89BD-84B8-0D37-8CD8B7749611}"/>
          </ac:picMkLst>
        </pc:picChg>
      </pc:sldChg>
      <pc:sldChg chg="addSp delSp modSp mod">
        <pc:chgData name="Lizethe Pérez Fuertes" userId="4ae9ef87-2a7d-42f8-8dfa-0a501a9e2ff4" providerId="ADAL" clId="{FDDD45CB-1330-4033-A842-3D2746AFF7C7}" dt="2026-08-11T17:31:21.224" v="55" actId="1076"/>
        <pc:sldMkLst>
          <pc:docMk/>
          <pc:sldMk cId="2553855534" sldId="289"/>
        </pc:sldMkLst>
        <pc:spChg chg="mod">
          <ac:chgData name="Lizethe Pérez Fuertes" userId="4ae9ef87-2a7d-42f8-8dfa-0a501a9e2ff4" providerId="ADAL" clId="{FDDD45CB-1330-4033-A842-3D2746AFF7C7}" dt="2026-08-11T17:30:16.411" v="47" actId="20577"/>
          <ac:spMkLst>
            <pc:docMk/>
            <pc:sldMk cId="2553855534" sldId="289"/>
            <ac:spMk id="7" creationId="{41A585A2-4B80-479F-964A-0052A3859706}"/>
          </ac:spMkLst>
        </pc:spChg>
        <pc:picChg chg="add mod">
          <ac:chgData name="Lizethe Pérez Fuertes" userId="4ae9ef87-2a7d-42f8-8dfa-0a501a9e2ff4" providerId="ADAL" clId="{FDDD45CB-1330-4033-A842-3D2746AFF7C7}" dt="2026-08-11T17:31:21.224" v="55" actId="1076"/>
          <ac:picMkLst>
            <pc:docMk/>
            <pc:sldMk cId="2553855534" sldId="289"/>
            <ac:picMk id="4" creationId="{22913B99-1562-5758-3EF2-43FC6F0AD7E1}"/>
          </ac:picMkLst>
        </pc:picChg>
        <pc:picChg chg="del">
          <ac:chgData name="Lizethe Pérez Fuertes" userId="4ae9ef87-2a7d-42f8-8dfa-0a501a9e2ff4" providerId="ADAL" clId="{FDDD45CB-1330-4033-A842-3D2746AFF7C7}" dt="2026-08-11T17:30:21.941" v="48" actId="478"/>
          <ac:picMkLst>
            <pc:docMk/>
            <pc:sldMk cId="2553855534" sldId="289"/>
            <ac:picMk id="5" creationId="{44BBD18F-0D6E-45EA-9199-2B7DCDB2D656}"/>
          </ac:picMkLst>
        </pc:picChg>
      </pc:sldChg>
      <pc:sldChg chg="del">
        <pc:chgData name="Lizethe Pérez Fuertes" userId="4ae9ef87-2a7d-42f8-8dfa-0a501a9e2ff4" providerId="ADAL" clId="{FDDD45CB-1330-4033-A842-3D2746AFF7C7}" dt="2026-08-11T22:24:03.631" v="922" actId="47"/>
        <pc:sldMkLst>
          <pc:docMk/>
          <pc:sldMk cId="1693141158" sldId="322"/>
        </pc:sldMkLst>
      </pc:sldChg>
      <pc:sldChg chg="del">
        <pc:chgData name="Lizethe Pérez Fuertes" userId="4ae9ef87-2a7d-42f8-8dfa-0a501a9e2ff4" providerId="ADAL" clId="{FDDD45CB-1330-4033-A842-3D2746AFF7C7}" dt="2026-08-11T22:24:03.631" v="922" actId="47"/>
        <pc:sldMkLst>
          <pc:docMk/>
          <pc:sldMk cId="2794259143" sldId="327"/>
        </pc:sldMkLst>
      </pc:sldChg>
      <pc:sldChg chg="del">
        <pc:chgData name="Lizethe Pérez Fuertes" userId="4ae9ef87-2a7d-42f8-8dfa-0a501a9e2ff4" providerId="ADAL" clId="{FDDD45CB-1330-4033-A842-3D2746AFF7C7}" dt="2026-08-11T22:24:03.631" v="922" actId="47"/>
        <pc:sldMkLst>
          <pc:docMk/>
          <pc:sldMk cId="0" sldId="328"/>
        </pc:sldMkLst>
      </pc:sldChg>
      <pc:sldChg chg="del">
        <pc:chgData name="Lizethe Pérez Fuertes" userId="4ae9ef87-2a7d-42f8-8dfa-0a501a9e2ff4" providerId="ADAL" clId="{FDDD45CB-1330-4033-A842-3D2746AFF7C7}" dt="2026-08-11T22:24:03.631" v="922" actId="47"/>
        <pc:sldMkLst>
          <pc:docMk/>
          <pc:sldMk cId="0" sldId="329"/>
        </pc:sldMkLst>
      </pc:sldChg>
      <pc:sldChg chg="del">
        <pc:chgData name="Lizethe Pérez Fuertes" userId="4ae9ef87-2a7d-42f8-8dfa-0a501a9e2ff4" providerId="ADAL" clId="{FDDD45CB-1330-4033-A842-3D2746AFF7C7}" dt="2026-08-11T22:24:03.631" v="922" actId="47"/>
        <pc:sldMkLst>
          <pc:docMk/>
          <pc:sldMk cId="0" sldId="330"/>
        </pc:sldMkLst>
      </pc:sldChg>
      <pc:sldChg chg="del">
        <pc:chgData name="Lizethe Pérez Fuertes" userId="4ae9ef87-2a7d-42f8-8dfa-0a501a9e2ff4" providerId="ADAL" clId="{FDDD45CB-1330-4033-A842-3D2746AFF7C7}" dt="2026-08-11T22:24:03.631" v="922" actId="47"/>
        <pc:sldMkLst>
          <pc:docMk/>
          <pc:sldMk cId="0" sldId="331"/>
        </pc:sldMkLst>
      </pc:sldChg>
      <pc:sldChg chg="del">
        <pc:chgData name="Lizethe Pérez Fuertes" userId="4ae9ef87-2a7d-42f8-8dfa-0a501a9e2ff4" providerId="ADAL" clId="{FDDD45CB-1330-4033-A842-3D2746AFF7C7}" dt="2026-08-11T22:24:03.631" v="922" actId="47"/>
        <pc:sldMkLst>
          <pc:docMk/>
          <pc:sldMk cId="0" sldId="332"/>
        </pc:sldMkLst>
      </pc:sldChg>
      <pc:sldChg chg="del">
        <pc:chgData name="Lizethe Pérez Fuertes" userId="4ae9ef87-2a7d-42f8-8dfa-0a501a9e2ff4" providerId="ADAL" clId="{FDDD45CB-1330-4033-A842-3D2746AFF7C7}" dt="2026-08-11T22:24:03.631" v="922" actId="47"/>
        <pc:sldMkLst>
          <pc:docMk/>
          <pc:sldMk cId="0" sldId="333"/>
        </pc:sldMkLst>
      </pc:sldChg>
      <pc:sldChg chg="del">
        <pc:chgData name="Lizethe Pérez Fuertes" userId="4ae9ef87-2a7d-42f8-8dfa-0a501a9e2ff4" providerId="ADAL" clId="{FDDD45CB-1330-4033-A842-3D2746AFF7C7}" dt="2026-08-11T22:24:03.631" v="922" actId="47"/>
        <pc:sldMkLst>
          <pc:docMk/>
          <pc:sldMk cId="0" sldId="334"/>
        </pc:sldMkLst>
      </pc:sldChg>
      <pc:sldChg chg="del">
        <pc:chgData name="Lizethe Pérez Fuertes" userId="4ae9ef87-2a7d-42f8-8dfa-0a501a9e2ff4" providerId="ADAL" clId="{FDDD45CB-1330-4033-A842-3D2746AFF7C7}" dt="2026-08-11T22:24:03.631" v="922" actId="47"/>
        <pc:sldMkLst>
          <pc:docMk/>
          <pc:sldMk cId="0" sldId="335"/>
        </pc:sldMkLst>
      </pc:sldChg>
      <pc:sldChg chg="del">
        <pc:chgData name="Lizethe Pérez Fuertes" userId="4ae9ef87-2a7d-42f8-8dfa-0a501a9e2ff4" providerId="ADAL" clId="{FDDD45CB-1330-4033-A842-3D2746AFF7C7}" dt="2026-08-11T22:24:03.631" v="922" actId="47"/>
        <pc:sldMkLst>
          <pc:docMk/>
          <pc:sldMk cId="0" sldId="336"/>
        </pc:sldMkLst>
      </pc:sldChg>
      <pc:sldChg chg="del">
        <pc:chgData name="Lizethe Pérez Fuertes" userId="4ae9ef87-2a7d-42f8-8dfa-0a501a9e2ff4" providerId="ADAL" clId="{FDDD45CB-1330-4033-A842-3D2746AFF7C7}" dt="2026-08-11T22:24:03.631" v="922" actId="47"/>
        <pc:sldMkLst>
          <pc:docMk/>
          <pc:sldMk cId="0" sldId="337"/>
        </pc:sldMkLst>
      </pc:sldChg>
      <pc:sldChg chg="add del modNotes">
        <pc:chgData name="Lizethe Pérez Fuertes" userId="4ae9ef87-2a7d-42f8-8dfa-0a501a9e2ff4" providerId="ADAL" clId="{FDDD45CB-1330-4033-A842-3D2746AFF7C7}" dt="2026-08-11T17:38:36.060" v="127" actId="47"/>
        <pc:sldMkLst>
          <pc:docMk/>
          <pc:sldMk cId="0" sldId="338"/>
        </pc:sldMkLst>
      </pc:sldChg>
      <pc:sldChg chg="add del modNotes">
        <pc:chgData name="Lizethe Pérez Fuertes" userId="4ae9ef87-2a7d-42f8-8dfa-0a501a9e2ff4" providerId="ADAL" clId="{FDDD45CB-1330-4033-A842-3D2746AFF7C7}" dt="2026-08-11T17:38:39.399" v="128" actId="47"/>
        <pc:sldMkLst>
          <pc:docMk/>
          <pc:sldMk cId="0" sldId="339"/>
        </pc:sldMkLst>
      </pc:sldChg>
      <pc:sldChg chg="add del modNotes">
        <pc:chgData name="Lizethe Pérez Fuertes" userId="4ae9ef87-2a7d-42f8-8dfa-0a501a9e2ff4" providerId="ADAL" clId="{FDDD45CB-1330-4033-A842-3D2746AFF7C7}" dt="2026-08-11T17:43:56.151" v="217" actId="47"/>
        <pc:sldMkLst>
          <pc:docMk/>
          <pc:sldMk cId="0" sldId="340"/>
        </pc:sldMkLst>
      </pc:sldChg>
      <pc:sldChg chg="addSp delSp modSp add mod modNotes">
        <pc:chgData name="Lizethe Pérez Fuertes" userId="4ae9ef87-2a7d-42f8-8dfa-0a501a9e2ff4" providerId="ADAL" clId="{FDDD45CB-1330-4033-A842-3D2746AFF7C7}" dt="2026-08-11T17:48:25.628" v="301" actId="1036"/>
        <pc:sldMkLst>
          <pc:docMk/>
          <pc:sldMk cId="2699005820" sldId="341"/>
        </pc:sldMkLst>
        <pc:spChg chg="del mod">
          <ac:chgData name="Lizethe Pérez Fuertes" userId="4ae9ef87-2a7d-42f8-8dfa-0a501a9e2ff4" providerId="ADAL" clId="{FDDD45CB-1330-4033-A842-3D2746AFF7C7}" dt="2026-08-11T17:47:58.059" v="267" actId="478"/>
          <ac:spMkLst>
            <pc:docMk/>
            <pc:sldMk cId="2699005820" sldId="341"/>
            <ac:spMk id="2" creationId="{00000000-0000-0000-0000-000000000000}"/>
          </ac:spMkLst>
        </pc:spChg>
        <pc:spChg chg="add mod">
          <ac:chgData name="Lizethe Pérez Fuertes" userId="4ae9ef87-2a7d-42f8-8dfa-0a501a9e2ff4" providerId="ADAL" clId="{FDDD45CB-1330-4033-A842-3D2746AFF7C7}" dt="2026-08-11T17:48:16.713" v="292" actId="20577"/>
          <ac:spMkLst>
            <pc:docMk/>
            <pc:sldMk cId="2699005820" sldId="341"/>
            <ac:spMk id="3" creationId="{9562F421-483A-0FDD-87FF-A7C670CB1A7D}"/>
          </ac:spMkLst>
        </pc:spChg>
        <pc:picChg chg="mod">
          <ac:chgData name="Lizethe Pérez Fuertes" userId="4ae9ef87-2a7d-42f8-8dfa-0a501a9e2ff4" providerId="ADAL" clId="{FDDD45CB-1330-4033-A842-3D2746AFF7C7}" dt="2026-08-11T17:48:25.628" v="301" actId="1036"/>
          <ac:picMkLst>
            <pc:docMk/>
            <pc:sldMk cId="2699005820" sldId="341"/>
            <ac:picMk id="4" creationId="{0D4CCFD5-D8F6-26BA-6A50-C678DDB46F4B}"/>
          </ac:picMkLst>
        </pc:picChg>
        <pc:picChg chg="mod">
          <ac:chgData name="Lizethe Pérez Fuertes" userId="4ae9ef87-2a7d-42f8-8dfa-0a501a9e2ff4" providerId="ADAL" clId="{FDDD45CB-1330-4033-A842-3D2746AFF7C7}" dt="2026-08-11T17:48:25.628" v="301" actId="1036"/>
          <ac:picMkLst>
            <pc:docMk/>
            <pc:sldMk cId="2699005820" sldId="341"/>
            <ac:picMk id="14" creationId="{B7C3837E-4D62-005A-93FA-7E31678ECED1}"/>
          </ac:picMkLst>
        </pc:picChg>
      </pc:sldChg>
      <pc:sldChg chg="addSp delSp modSp add del mod modNotes">
        <pc:chgData name="Lizethe Pérez Fuertes" userId="4ae9ef87-2a7d-42f8-8dfa-0a501a9e2ff4" providerId="ADAL" clId="{FDDD45CB-1330-4033-A842-3D2746AFF7C7}" dt="2026-08-11T18:09:03.675" v="580" actId="47"/>
        <pc:sldMkLst>
          <pc:docMk/>
          <pc:sldMk cId="0" sldId="342"/>
        </pc:sldMkLst>
        <pc:spChg chg="del">
          <ac:chgData name="Lizethe Pérez Fuertes" userId="4ae9ef87-2a7d-42f8-8dfa-0a501a9e2ff4" providerId="ADAL" clId="{FDDD45CB-1330-4033-A842-3D2746AFF7C7}" dt="2026-08-11T17:53:34.264" v="434" actId="478"/>
          <ac:spMkLst>
            <pc:docMk/>
            <pc:sldMk cId="0" sldId="342"/>
            <ac:spMk id="2" creationId="{00000000-0000-0000-0000-000000000000}"/>
          </ac:spMkLst>
        </pc:spChg>
        <pc:spChg chg="del">
          <ac:chgData name="Lizethe Pérez Fuertes" userId="4ae9ef87-2a7d-42f8-8dfa-0a501a9e2ff4" providerId="ADAL" clId="{FDDD45CB-1330-4033-A842-3D2746AFF7C7}" dt="2026-08-11T17:53:32.142" v="433" actId="478"/>
          <ac:spMkLst>
            <pc:docMk/>
            <pc:sldMk cId="0" sldId="342"/>
            <ac:spMk id="3" creationId="{00000000-0000-0000-0000-000000000000}"/>
          </ac:spMkLst>
        </pc:spChg>
        <pc:spChg chg="del">
          <ac:chgData name="Lizethe Pérez Fuertes" userId="4ae9ef87-2a7d-42f8-8dfa-0a501a9e2ff4" providerId="ADAL" clId="{FDDD45CB-1330-4033-A842-3D2746AFF7C7}" dt="2026-08-11T17:53:39.436" v="435" actId="478"/>
          <ac:spMkLst>
            <pc:docMk/>
            <pc:sldMk cId="0" sldId="342"/>
            <ac:spMk id="4" creationId="{00000000-0000-0000-0000-000000000000}"/>
          </ac:spMkLst>
        </pc:spChg>
        <pc:spChg chg="del">
          <ac:chgData name="Lizethe Pérez Fuertes" userId="4ae9ef87-2a7d-42f8-8dfa-0a501a9e2ff4" providerId="ADAL" clId="{FDDD45CB-1330-4033-A842-3D2746AFF7C7}" dt="2026-08-11T17:53:39.436" v="435" actId="478"/>
          <ac:spMkLst>
            <pc:docMk/>
            <pc:sldMk cId="0" sldId="342"/>
            <ac:spMk id="5" creationId="{00000000-0000-0000-0000-000000000000}"/>
          </ac:spMkLst>
        </pc:spChg>
        <pc:spChg chg="del">
          <ac:chgData name="Lizethe Pérez Fuertes" userId="4ae9ef87-2a7d-42f8-8dfa-0a501a9e2ff4" providerId="ADAL" clId="{FDDD45CB-1330-4033-A842-3D2746AFF7C7}" dt="2026-08-11T17:53:39.436" v="435" actId="478"/>
          <ac:spMkLst>
            <pc:docMk/>
            <pc:sldMk cId="0" sldId="342"/>
            <ac:spMk id="6" creationId="{00000000-0000-0000-0000-000000000000}"/>
          </ac:spMkLst>
        </pc:spChg>
        <pc:spChg chg="del">
          <ac:chgData name="Lizethe Pérez Fuertes" userId="4ae9ef87-2a7d-42f8-8dfa-0a501a9e2ff4" providerId="ADAL" clId="{FDDD45CB-1330-4033-A842-3D2746AFF7C7}" dt="2026-08-11T17:53:39.436" v="435" actId="478"/>
          <ac:spMkLst>
            <pc:docMk/>
            <pc:sldMk cId="0" sldId="342"/>
            <ac:spMk id="7" creationId="{00000000-0000-0000-0000-000000000000}"/>
          </ac:spMkLst>
        </pc:spChg>
        <pc:spChg chg="del">
          <ac:chgData name="Lizethe Pérez Fuertes" userId="4ae9ef87-2a7d-42f8-8dfa-0a501a9e2ff4" providerId="ADAL" clId="{FDDD45CB-1330-4033-A842-3D2746AFF7C7}" dt="2026-08-11T17:53:39.436" v="435" actId="478"/>
          <ac:spMkLst>
            <pc:docMk/>
            <pc:sldMk cId="0" sldId="342"/>
            <ac:spMk id="8" creationId="{00000000-0000-0000-0000-000000000000}"/>
          </ac:spMkLst>
        </pc:spChg>
        <pc:spChg chg="del">
          <ac:chgData name="Lizethe Pérez Fuertes" userId="4ae9ef87-2a7d-42f8-8dfa-0a501a9e2ff4" providerId="ADAL" clId="{FDDD45CB-1330-4033-A842-3D2746AFF7C7}" dt="2026-08-11T17:53:39.436" v="435" actId="478"/>
          <ac:spMkLst>
            <pc:docMk/>
            <pc:sldMk cId="0" sldId="342"/>
            <ac:spMk id="9" creationId="{00000000-0000-0000-0000-000000000000}"/>
          </ac:spMkLst>
        </pc:spChg>
        <pc:spChg chg="mod">
          <ac:chgData name="Lizethe Pérez Fuertes" userId="4ae9ef87-2a7d-42f8-8dfa-0a501a9e2ff4" providerId="ADAL" clId="{FDDD45CB-1330-4033-A842-3D2746AFF7C7}" dt="2026-08-11T17:56:27.530" v="458" actId="1076"/>
          <ac:spMkLst>
            <pc:docMk/>
            <pc:sldMk cId="0" sldId="342"/>
            <ac:spMk id="10" creationId="{00000000-0000-0000-0000-000000000000}"/>
          </ac:spMkLst>
        </pc:spChg>
        <pc:spChg chg="mod">
          <ac:chgData name="Lizethe Pérez Fuertes" userId="4ae9ef87-2a7d-42f8-8dfa-0a501a9e2ff4" providerId="ADAL" clId="{FDDD45CB-1330-4033-A842-3D2746AFF7C7}" dt="2026-08-11T17:56:27.530" v="458" actId="1076"/>
          <ac:spMkLst>
            <pc:docMk/>
            <pc:sldMk cId="0" sldId="342"/>
            <ac:spMk id="12" creationId="{00000000-0000-0000-0000-000000000000}"/>
          </ac:spMkLst>
        </pc:spChg>
        <pc:spChg chg="mod">
          <ac:chgData name="Lizethe Pérez Fuertes" userId="4ae9ef87-2a7d-42f8-8dfa-0a501a9e2ff4" providerId="ADAL" clId="{FDDD45CB-1330-4033-A842-3D2746AFF7C7}" dt="2026-08-11T17:56:27.530" v="458" actId="1076"/>
          <ac:spMkLst>
            <pc:docMk/>
            <pc:sldMk cId="0" sldId="342"/>
            <ac:spMk id="13" creationId="{00000000-0000-0000-0000-000000000000}"/>
          </ac:spMkLst>
        </pc:spChg>
        <pc:spChg chg="mod">
          <ac:chgData name="Lizethe Pérez Fuertes" userId="4ae9ef87-2a7d-42f8-8dfa-0a501a9e2ff4" providerId="ADAL" clId="{FDDD45CB-1330-4033-A842-3D2746AFF7C7}" dt="2026-08-11T17:56:27.530" v="458" actId="1076"/>
          <ac:spMkLst>
            <pc:docMk/>
            <pc:sldMk cId="0" sldId="342"/>
            <ac:spMk id="17" creationId="{CEF79DDC-FCAE-D362-53B9-577344693611}"/>
          </ac:spMkLst>
        </pc:spChg>
        <pc:spChg chg="add mod">
          <ac:chgData name="Lizethe Pérez Fuertes" userId="4ae9ef87-2a7d-42f8-8dfa-0a501a9e2ff4" providerId="ADAL" clId="{FDDD45CB-1330-4033-A842-3D2746AFF7C7}" dt="2026-08-11T17:58:38.915" v="528" actId="6549"/>
          <ac:spMkLst>
            <pc:docMk/>
            <pc:sldMk cId="0" sldId="342"/>
            <ac:spMk id="18" creationId="{B29B043D-2CBF-BB1B-034F-6203AF294B70}"/>
          </ac:spMkLst>
        </pc:spChg>
        <pc:grpChg chg="mod">
          <ac:chgData name="Lizethe Pérez Fuertes" userId="4ae9ef87-2a7d-42f8-8dfa-0a501a9e2ff4" providerId="ADAL" clId="{FDDD45CB-1330-4033-A842-3D2746AFF7C7}" dt="2026-08-11T17:56:27.530" v="458" actId="1076"/>
          <ac:grpSpMkLst>
            <pc:docMk/>
            <pc:sldMk cId="0" sldId="342"/>
            <ac:grpSpMk id="15" creationId="{66AB6F70-ACBC-B1D6-4A7E-D187FCA5FED4}"/>
          </ac:grpSpMkLst>
        </pc:grpChg>
        <pc:graphicFrameChg chg="add del mod">
          <ac:chgData name="Lizethe Pérez Fuertes" userId="4ae9ef87-2a7d-42f8-8dfa-0a501a9e2ff4" providerId="ADAL" clId="{FDDD45CB-1330-4033-A842-3D2746AFF7C7}" dt="2026-08-11T18:05:51.794" v="554" actId="478"/>
          <ac:graphicFrameMkLst>
            <pc:docMk/>
            <pc:sldMk cId="0" sldId="342"/>
            <ac:graphicFrameMk id="19" creationId="{D4EF6A07-071D-1461-B801-259FB7087EBD}"/>
          </ac:graphicFrameMkLst>
        </pc:graphicFrameChg>
        <pc:graphicFrameChg chg="add mod">
          <ac:chgData name="Lizethe Pérez Fuertes" userId="4ae9ef87-2a7d-42f8-8dfa-0a501a9e2ff4" providerId="ADAL" clId="{FDDD45CB-1330-4033-A842-3D2746AFF7C7}" dt="2026-08-11T18:06:22.900" v="555"/>
          <ac:graphicFrameMkLst>
            <pc:docMk/>
            <pc:sldMk cId="0" sldId="342"/>
            <ac:graphicFrameMk id="20" creationId="{DB64BA9D-ED72-25E2-322D-9633A5DCE234}"/>
          </ac:graphicFrameMkLst>
        </pc:graphicFrameChg>
      </pc:sldChg>
      <pc:sldChg chg="add del modNotes">
        <pc:chgData name="Lizethe Pérez Fuertes" userId="4ae9ef87-2a7d-42f8-8dfa-0a501a9e2ff4" providerId="ADAL" clId="{FDDD45CB-1330-4033-A842-3D2746AFF7C7}" dt="2026-08-11T22:22:06.160" v="904" actId="47"/>
        <pc:sldMkLst>
          <pc:docMk/>
          <pc:sldMk cId="0" sldId="343"/>
        </pc:sldMkLst>
      </pc:sldChg>
      <pc:sldChg chg="addSp modSp add mod modNotes">
        <pc:chgData name="Lizethe Pérez Fuertes" userId="4ae9ef87-2a7d-42f8-8dfa-0a501a9e2ff4" providerId="ADAL" clId="{FDDD45CB-1330-4033-A842-3D2746AFF7C7}" dt="2026-08-11T22:22:35.117" v="911" actId="1076"/>
        <pc:sldMkLst>
          <pc:docMk/>
          <pc:sldMk cId="0" sldId="344"/>
        </pc:sldMkLst>
        <pc:spChg chg="mod">
          <ac:chgData name="Lizethe Pérez Fuertes" userId="4ae9ef87-2a7d-42f8-8dfa-0a501a9e2ff4" providerId="ADAL" clId="{FDDD45CB-1330-4033-A842-3D2746AFF7C7}" dt="2026-08-11T22:22:35.117" v="911" actId="1076"/>
          <ac:spMkLst>
            <pc:docMk/>
            <pc:sldMk cId="0" sldId="344"/>
            <ac:spMk id="2" creationId="{00000000-0000-0000-0000-000000000000}"/>
          </ac:spMkLst>
        </pc:spChg>
        <pc:spChg chg="add mod">
          <ac:chgData name="Lizethe Pérez Fuertes" userId="4ae9ef87-2a7d-42f8-8dfa-0a501a9e2ff4" providerId="ADAL" clId="{FDDD45CB-1330-4033-A842-3D2746AFF7C7}" dt="2026-08-11T22:22:16.145" v="906" actId="27636"/>
          <ac:spMkLst>
            <pc:docMk/>
            <pc:sldMk cId="0" sldId="344"/>
            <ac:spMk id="3" creationId="{DCD036CD-3085-8CF8-046C-5178E92A5193}"/>
          </ac:spMkLst>
        </pc:spChg>
        <pc:picChg chg="mod">
          <ac:chgData name="Lizethe Pérez Fuertes" userId="4ae9ef87-2a7d-42f8-8dfa-0a501a9e2ff4" providerId="ADAL" clId="{FDDD45CB-1330-4033-A842-3D2746AFF7C7}" dt="2026-08-11T22:22:25.865" v="908" actId="1076"/>
          <ac:picMkLst>
            <pc:docMk/>
            <pc:sldMk cId="0" sldId="344"/>
            <ac:picMk id="5" creationId="{827B2B07-D2F4-FB87-8B13-238DFA74B682}"/>
          </ac:picMkLst>
        </pc:picChg>
      </pc:sldChg>
      <pc:sldChg chg="addSp delSp modSp add mod">
        <pc:chgData name="Lizethe Pérez Fuertes" userId="4ae9ef87-2a7d-42f8-8dfa-0a501a9e2ff4" providerId="ADAL" clId="{FDDD45CB-1330-4033-A842-3D2746AFF7C7}" dt="2026-08-11T17:44:10.166" v="218" actId="1076"/>
        <pc:sldMkLst>
          <pc:docMk/>
          <pc:sldMk cId="222734393" sldId="345"/>
        </pc:sldMkLst>
        <pc:spChg chg="add mod">
          <ac:chgData name="Lizethe Pérez Fuertes" userId="4ae9ef87-2a7d-42f8-8dfa-0a501a9e2ff4" providerId="ADAL" clId="{FDDD45CB-1330-4033-A842-3D2746AFF7C7}" dt="2026-08-11T17:38:26.479" v="125" actId="1076"/>
          <ac:spMkLst>
            <pc:docMk/>
            <pc:sldMk cId="222734393" sldId="345"/>
            <ac:spMk id="3" creationId="{87A43A13-D5E9-CB4C-833D-953CAC858ED9}"/>
          </ac:spMkLst>
        </pc:spChg>
        <pc:spChg chg="mod">
          <ac:chgData name="Lizethe Pérez Fuertes" userId="4ae9ef87-2a7d-42f8-8dfa-0a501a9e2ff4" providerId="ADAL" clId="{FDDD45CB-1330-4033-A842-3D2746AFF7C7}" dt="2026-08-11T17:44:10.166" v="218" actId="1076"/>
          <ac:spMkLst>
            <pc:docMk/>
            <pc:sldMk cId="222734393" sldId="345"/>
            <ac:spMk id="6" creationId="{467FC619-6EA8-6075-9206-BA15434B7E9B}"/>
          </ac:spMkLst>
        </pc:spChg>
        <pc:spChg chg="del">
          <ac:chgData name="Lizethe Pérez Fuertes" userId="4ae9ef87-2a7d-42f8-8dfa-0a501a9e2ff4" providerId="ADAL" clId="{FDDD45CB-1330-4033-A842-3D2746AFF7C7}" dt="2026-08-11T17:37:08.935" v="113" actId="478"/>
          <ac:spMkLst>
            <pc:docMk/>
            <pc:sldMk cId="222734393" sldId="345"/>
            <ac:spMk id="7" creationId="{CDA60D20-F712-637D-AA85-A2C468C0B8E1}"/>
          </ac:spMkLst>
        </pc:spChg>
        <pc:spChg chg="del">
          <ac:chgData name="Lizethe Pérez Fuertes" userId="4ae9ef87-2a7d-42f8-8dfa-0a501a9e2ff4" providerId="ADAL" clId="{FDDD45CB-1330-4033-A842-3D2746AFF7C7}" dt="2026-08-11T17:37:08.935" v="113" actId="478"/>
          <ac:spMkLst>
            <pc:docMk/>
            <pc:sldMk cId="222734393" sldId="345"/>
            <ac:spMk id="8" creationId="{F26F3203-ABCB-6410-2799-A5F3740D2CBE}"/>
          </ac:spMkLst>
        </pc:spChg>
        <pc:spChg chg="del">
          <ac:chgData name="Lizethe Pérez Fuertes" userId="4ae9ef87-2a7d-42f8-8dfa-0a501a9e2ff4" providerId="ADAL" clId="{FDDD45CB-1330-4033-A842-3D2746AFF7C7}" dt="2026-08-11T17:37:08.935" v="113" actId="478"/>
          <ac:spMkLst>
            <pc:docMk/>
            <pc:sldMk cId="222734393" sldId="345"/>
            <ac:spMk id="9" creationId="{EF8B8E6F-A5B1-BC5C-D857-5819DF80B23E}"/>
          </ac:spMkLst>
        </pc:spChg>
        <pc:picChg chg="del">
          <ac:chgData name="Lizethe Pérez Fuertes" userId="4ae9ef87-2a7d-42f8-8dfa-0a501a9e2ff4" providerId="ADAL" clId="{FDDD45CB-1330-4033-A842-3D2746AFF7C7}" dt="2026-08-11T17:37:08.935" v="113" actId="478"/>
          <ac:picMkLst>
            <pc:docMk/>
            <pc:sldMk cId="222734393" sldId="345"/>
            <ac:picMk id="11" creationId="{E89C027F-ED68-1A3F-ED13-5FFCE04F97C0}"/>
          </ac:picMkLst>
        </pc:picChg>
        <pc:picChg chg="del">
          <ac:chgData name="Lizethe Pérez Fuertes" userId="4ae9ef87-2a7d-42f8-8dfa-0a501a9e2ff4" providerId="ADAL" clId="{FDDD45CB-1330-4033-A842-3D2746AFF7C7}" dt="2026-08-11T17:37:08.935" v="113" actId="478"/>
          <ac:picMkLst>
            <pc:docMk/>
            <pc:sldMk cId="222734393" sldId="345"/>
            <ac:picMk id="13" creationId="{5CD02EE0-0B21-39FB-0E28-EA0BAE110D7B}"/>
          </ac:picMkLst>
        </pc:picChg>
      </pc:sldChg>
      <pc:sldChg chg="addSp delSp modSp add mod">
        <pc:chgData name="Lizethe Pérez Fuertes" userId="4ae9ef87-2a7d-42f8-8dfa-0a501a9e2ff4" providerId="ADAL" clId="{FDDD45CB-1330-4033-A842-3D2746AFF7C7}" dt="2026-08-11T17:42:38.178" v="174" actId="14100"/>
        <pc:sldMkLst>
          <pc:docMk/>
          <pc:sldMk cId="1055148994" sldId="346"/>
        </pc:sldMkLst>
        <pc:spChg chg="add mod">
          <ac:chgData name="Lizethe Pérez Fuertes" userId="4ae9ef87-2a7d-42f8-8dfa-0a501a9e2ff4" providerId="ADAL" clId="{FDDD45CB-1330-4033-A842-3D2746AFF7C7}" dt="2026-08-11T17:41:35.153" v="167" actId="1076"/>
          <ac:spMkLst>
            <pc:docMk/>
            <pc:sldMk cId="1055148994" sldId="346"/>
            <ac:spMk id="2" creationId="{90092276-622F-ABDF-170E-05BB2F164FE8}"/>
          </ac:spMkLst>
        </pc:spChg>
        <pc:spChg chg="del">
          <ac:chgData name="Lizethe Pérez Fuertes" userId="4ae9ef87-2a7d-42f8-8dfa-0a501a9e2ff4" providerId="ADAL" clId="{FDDD45CB-1330-4033-A842-3D2746AFF7C7}" dt="2026-08-11T17:39:09.544" v="140" actId="478"/>
          <ac:spMkLst>
            <pc:docMk/>
            <pc:sldMk cId="1055148994" sldId="346"/>
            <ac:spMk id="3" creationId="{40D8227D-AC0F-7537-1650-3F653BBBC69D}"/>
          </ac:spMkLst>
        </pc:spChg>
        <pc:spChg chg="del">
          <ac:chgData name="Lizethe Pérez Fuertes" userId="4ae9ef87-2a7d-42f8-8dfa-0a501a9e2ff4" providerId="ADAL" clId="{FDDD45CB-1330-4033-A842-3D2746AFF7C7}" dt="2026-08-11T17:42:34.058" v="172" actId="478"/>
          <ac:spMkLst>
            <pc:docMk/>
            <pc:sldMk cId="1055148994" sldId="346"/>
            <ac:spMk id="5" creationId="{B3501294-610F-68F4-3A12-8B3AB5D1C97F}"/>
          </ac:spMkLst>
        </pc:spChg>
        <pc:spChg chg="mod">
          <ac:chgData name="Lizethe Pérez Fuertes" userId="4ae9ef87-2a7d-42f8-8dfa-0a501a9e2ff4" providerId="ADAL" clId="{FDDD45CB-1330-4033-A842-3D2746AFF7C7}" dt="2026-08-11T17:38:57.014" v="139" actId="20577"/>
          <ac:spMkLst>
            <pc:docMk/>
            <pc:sldMk cId="1055148994" sldId="346"/>
            <ac:spMk id="6" creationId="{48979827-D96F-99B3-063B-6AC061129C42}"/>
          </ac:spMkLst>
        </pc:spChg>
        <pc:picChg chg="add mod">
          <ac:chgData name="Lizethe Pérez Fuertes" userId="4ae9ef87-2a7d-42f8-8dfa-0a501a9e2ff4" providerId="ADAL" clId="{FDDD45CB-1330-4033-A842-3D2746AFF7C7}" dt="2026-08-11T17:42:38.178" v="174" actId="14100"/>
          <ac:picMkLst>
            <pc:docMk/>
            <pc:sldMk cId="1055148994" sldId="346"/>
            <ac:picMk id="7" creationId="{39C76152-0C22-0B8B-9454-6369D834881C}"/>
          </ac:picMkLst>
        </pc:picChg>
      </pc:sldChg>
      <pc:sldChg chg="addSp delSp modSp add mod">
        <pc:chgData name="Lizethe Pérez Fuertes" userId="4ae9ef87-2a7d-42f8-8dfa-0a501a9e2ff4" providerId="ADAL" clId="{FDDD45CB-1330-4033-A842-3D2746AFF7C7}" dt="2026-08-11T17:43:44.569" v="216" actId="1036"/>
        <pc:sldMkLst>
          <pc:docMk/>
          <pc:sldMk cId="4118520966" sldId="347"/>
        </pc:sldMkLst>
        <pc:spChg chg="del">
          <ac:chgData name="Lizethe Pérez Fuertes" userId="4ae9ef87-2a7d-42f8-8dfa-0a501a9e2ff4" providerId="ADAL" clId="{FDDD45CB-1330-4033-A842-3D2746AFF7C7}" dt="2026-08-11T17:43:10.577" v="211" actId="478"/>
          <ac:spMkLst>
            <pc:docMk/>
            <pc:sldMk cId="4118520966" sldId="347"/>
            <ac:spMk id="2" creationId="{3CDE1E13-5FBC-D3CE-CD32-9CAEDA0CD42D}"/>
          </ac:spMkLst>
        </pc:spChg>
        <pc:spChg chg="add mod">
          <ac:chgData name="Lizethe Pérez Fuertes" userId="4ae9ef87-2a7d-42f8-8dfa-0a501a9e2ff4" providerId="ADAL" clId="{FDDD45CB-1330-4033-A842-3D2746AFF7C7}" dt="2026-08-11T17:43:44.569" v="216" actId="1036"/>
          <ac:spMkLst>
            <pc:docMk/>
            <pc:sldMk cId="4118520966" sldId="347"/>
            <ac:spMk id="4" creationId="{FE202666-5A1F-4918-4861-CCB0FB3B13EB}"/>
          </ac:spMkLst>
        </pc:spChg>
        <pc:spChg chg="mod">
          <ac:chgData name="Lizethe Pérez Fuertes" userId="4ae9ef87-2a7d-42f8-8dfa-0a501a9e2ff4" providerId="ADAL" clId="{FDDD45CB-1330-4033-A842-3D2746AFF7C7}" dt="2026-08-11T17:42:58.452" v="210" actId="6549"/>
          <ac:spMkLst>
            <pc:docMk/>
            <pc:sldMk cId="4118520966" sldId="347"/>
            <ac:spMk id="6" creationId="{8E2B1D31-F8C3-3747-315A-374894B0383C}"/>
          </ac:spMkLst>
        </pc:spChg>
        <pc:spChg chg="add mod">
          <ac:chgData name="Lizethe Pérez Fuertes" userId="4ae9ef87-2a7d-42f8-8dfa-0a501a9e2ff4" providerId="ADAL" clId="{FDDD45CB-1330-4033-A842-3D2746AFF7C7}" dt="2026-08-11T17:43:44.569" v="216" actId="1036"/>
          <ac:spMkLst>
            <pc:docMk/>
            <pc:sldMk cId="4118520966" sldId="347"/>
            <ac:spMk id="8" creationId="{D97D9038-6223-498A-DA55-7888DA917844}"/>
          </ac:spMkLst>
        </pc:spChg>
        <pc:spChg chg="add mod">
          <ac:chgData name="Lizethe Pérez Fuertes" userId="4ae9ef87-2a7d-42f8-8dfa-0a501a9e2ff4" providerId="ADAL" clId="{FDDD45CB-1330-4033-A842-3D2746AFF7C7}" dt="2026-08-11T17:43:44.569" v="216" actId="1036"/>
          <ac:spMkLst>
            <pc:docMk/>
            <pc:sldMk cId="4118520966" sldId="347"/>
            <ac:spMk id="10" creationId="{FAF26DE7-2B09-ADCE-9664-A760A3577E1D}"/>
          </ac:spMkLst>
        </pc:spChg>
        <pc:spChg chg="add mod">
          <ac:chgData name="Lizethe Pérez Fuertes" userId="4ae9ef87-2a7d-42f8-8dfa-0a501a9e2ff4" providerId="ADAL" clId="{FDDD45CB-1330-4033-A842-3D2746AFF7C7}" dt="2026-08-11T17:43:44.569" v="216" actId="1036"/>
          <ac:spMkLst>
            <pc:docMk/>
            <pc:sldMk cId="4118520966" sldId="347"/>
            <ac:spMk id="12" creationId="{1E822AEA-3E3C-CA2A-1550-05DCFA0B98F0}"/>
          </ac:spMkLst>
        </pc:spChg>
        <pc:spChg chg="add mod">
          <ac:chgData name="Lizethe Pérez Fuertes" userId="4ae9ef87-2a7d-42f8-8dfa-0a501a9e2ff4" providerId="ADAL" clId="{FDDD45CB-1330-4033-A842-3D2746AFF7C7}" dt="2026-08-11T17:43:44.569" v="216" actId="1036"/>
          <ac:spMkLst>
            <pc:docMk/>
            <pc:sldMk cId="4118520966" sldId="347"/>
            <ac:spMk id="14" creationId="{098BDD6B-89DF-CEEE-4606-67FF3942F43E}"/>
          </ac:spMkLst>
        </pc:spChg>
        <pc:spChg chg="add mod">
          <ac:chgData name="Lizethe Pérez Fuertes" userId="4ae9ef87-2a7d-42f8-8dfa-0a501a9e2ff4" providerId="ADAL" clId="{FDDD45CB-1330-4033-A842-3D2746AFF7C7}" dt="2026-08-11T17:43:44.569" v="216" actId="1036"/>
          <ac:spMkLst>
            <pc:docMk/>
            <pc:sldMk cId="4118520966" sldId="347"/>
            <ac:spMk id="16" creationId="{F124BA85-3D52-66A1-10F7-A0720DE18D4E}"/>
          </ac:spMkLst>
        </pc:spChg>
      </pc:sldChg>
      <pc:sldChg chg="addSp delSp modSp add mod">
        <pc:chgData name="Lizethe Pérez Fuertes" userId="4ae9ef87-2a7d-42f8-8dfa-0a501a9e2ff4" providerId="ADAL" clId="{FDDD45CB-1330-4033-A842-3D2746AFF7C7}" dt="2026-08-11T17:47:40.566" v="264" actId="207"/>
        <pc:sldMkLst>
          <pc:docMk/>
          <pc:sldMk cId="2950979726" sldId="348"/>
        </pc:sldMkLst>
        <pc:spChg chg="del">
          <ac:chgData name="Lizethe Pérez Fuertes" userId="4ae9ef87-2a7d-42f8-8dfa-0a501a9e2ff4" providerId="ADAL" clId="{FDDD45CB-1330-4033-A842-3D2746AFF7C7}" dt="2026-08-11T17:44:39.305" v="231" actId="478"/>
          <ac:spMkLst>
            <pc:docMk/>
            <pc:sldMk cId="2950979726" sldId="348"/>
            <ac:spMk id="3" creationId="{169AD914-DFC0-9981-136C-EAB2B902C399}"/>
          </ac:spMkLst>
        </pc:spChg>
        <pc:spChg chg="add mod">
          <ac:chgData name="Lizethe Pérez Fuertes" userId="4ae9ef87-2a7d-42f8-8dfa-0a501a9e2ff4" providerId="ADAL" clId="{FDDD45CB-1330-4033-A842-3D2746AFF7C7}" dt="2026-08-11T17:47:40.566" v="264" actId="207"/>
          <ac:spMkLst>
            <pc:docMk/>
            <pc:sldMk cId="2950979726" sldId="348"/>
            <ac:spMk id="4" creationId="{0AF0BC20-BAEF-FE00-3027-08EC746C6182}"/>
          </ac:spMkLst>
        </pc:spChg>
        <pc:spChg chg="mod">
          <ac:chgData name="Lizethe Pérez Fuertes" userId="4ae9ef87-2a7d-42f8-8dfa-0a501a9e2ff4" providerId="ADAL" clId="{FDDD45CB-1330-4033-A842-3D2746AFF7C7}" dt="2026-08-11T17:44:26.777" v="230" actId="6549"/>
          <ac:spMkLst>
            <pc:docMk/>
            <pc:sldMk cId="2950979726" sldId="348"/>
            <ac:spMk id="6" creationId="{20AEB5A1-AA02-2E59-8D31-3875B312D21D}"/>
          </ac:spMkLst>
        </pc:spChg>
        <pc:spChg chg="add del">
          <ac:chgData name="Lizethe Pérez Fuertes" userId="4ae9ef87-2a7d-42f8-8dfa-0a501a9e2ff4" providerId="ADAL" clId="{FDDD45CB-1330-4033-A842-3D2746AFF7C7}" dt="2026-08-11T17:46:00.190" v="243" actId="22"/>
          <ac:spMkLst>
            <pc:docMk/>
            <pc:sldMk cId="2950979726" sldId="348"/>
            <ac:spMk id="8" creationId="{643EB1D1-E218-D862-F7BB-66793B8E01F3}"/>
          </ac:spMkLst>
        </pc:spChg>
      </pc:sldChg>
      <pc:sldChg chg="delSp modSp add mod">
        <pc:chgData name="Lizethe Pérez Fuertes" userId="4ae9ef87-2a7d-42f8-8dfa-0a501a9e2ff4" providerId="ADAL" clId="{FDDD45CB-1330-4033-A842-3D2746AFF7C7}" dt="2026-08-11T18:05:03.172" v="553" actId="1076"/>
        <pc:sldMkLst>
          <pc:docMk/>
          <pc:sldMk cId="238418327" sldId="349"/>
        </pc:sldMkLst>
        <pc:spChg chg="del mod">
          <ac:chgData name="Lizethe Pérez Fuertes" userId="4ae9ef87-2a7d-42f8-8dfa-0a501a9e2ff4" providerId="ADAL" clId="{FDDD45CB-1330-4033-A842-3D2746AFF7C7}" dt="2026-08-11T18:04:11.612" v="542" actId="478"/>
          <ac:spMkLst>
            <pc:docMk/>
            <pc:sldMk cId="238418327" sldId="349"/>
            <ac:spMk id="10" creationId="{AFC1C031-A584-6561-E7C8-F5DFDB66B3F2}"/>
          </ac:spMkLst>
        </pc:spChg>
        <pc:spChg chg="del">
          <ac:chgData name="Lizethe Pérez Fuertes" userId="4ae9ef87-2a7d-42f8-8dfa-0a501a9e2ff4" providerId="ADAL" clId="{FDDD45CB-1330-4033-A842-3D2746AFF7C7}" dt="2026-08-11T18:04:11.612" v="542" actId="478"/>
          <ac:spMkLst>
            <pc:docMk/>
            <pc:sldMk cId="238418327" sldId="349"/>
            <ac:spMk id="12" creationId="{51070EDE-F7D1-91E0-E1B8-324890F960C4}"/>
          </ac:spMkLst>
        </pc:spChg>
        <pc:spChg chg="del mod">
          <ac:chgData name="Lizethe Pérez Fuertes" userId="4ae9ef87-2a7d-42f8-8dfa-0a501a9e2ff4" providerId="ADAL" clId="{FDDD45CB-1330-4033-A842-3D2746AFF7C7}" dt="2026-08-11T18:04:14.674" v="543" actId="478"/>
          <ac:spMkLst>
            <pc:docMk/>
            <pc:sldMk cId="238418327" sldId="349"/>
            <ac:spMk id="13" creationId="{489D4CC4-6471-7EA1-EF8E-68945C9B8397}"/>
          </ac:spMkLst>
        </pc:spChg>
        <pc:spChg chg="del">
          <ac:chgData name="Lizethe Pérez Fuertes" userId="4ae9ef87-2a7d-42f8-8dfa-0a501a9e2ff4" providerId="ADAL" clId="{FDDD45CB-1330-4033-A842-3D2746AFF7C7}" dt="2026-08-11T18:04:11.612" v="542" actId="478"/>
          <ac:spMkLst>
            <pc:docMk/>
            <pc:sldMk cId="238418327" sldId="349"/>
            <ac:spMk id="17" creationId="{0FC2A3DD-0D9D-E37E-AA60-7DC4DACD38B1}"/>
          </ac:spMkLst>
        </pc:spChg>
        <pc:spChg chg="mod">
          <ac:chgData name="Lizethe Pérez Fuertes" userId="4ae9ef87-2a7d-42f8-8dfa-0a501a9e2ff4" providerId="ADAL" clId="{FDDD45CB-1330-4033-A842-3D2746AFF7C7}" dt="2026-08-11T18:03:55.908" v="539" actId="20577"/>
          <ac:spMkLst>
            <pc:docMk/>
            <pc:sldMk cId="238418327" sldId="349"/>
            <ac:spMk id="18" creationId="{438B228C-77DB-177D-4765-82F186231C06}"/>
          </ac:spMkLst>
        </pc:spChg>
        <pc:grpChg chg="del">
          <ac:chgData name="Lizethe Pérez Fuertes" userId="4ae9ef87-2a7d-42f8-8dfa-0a501a9e2ff4" providerId="ADAL" clId="{FDDD45CB-1330-4033-A842-3D2746AFF7C7}" dt="2026-08-11T18:04:21.185" v="545" actId="478"/>
          <ac:grpSpMkLst>
            <pc:docMk/>
            <pc:sldMk cId="238418327" sldId="349"/>
            <ac:grpSpMk id="15" creationId="{A0E3FFFE-12C0-4624-B989-FE6AB9584AB3}"/>
          </ac:grpSpMkLst>
        </pc:grpChg>
        <pc:graphicFrameChg chg="mod modGraphic">
          <ac:chgData name="Lizethe Pérez Fuertes" userId="4ae9ef87-2a7d-42f8-8dfa-0a501a9e2ff4" providerId="ADAL" clId="{FDDD45CB-1330-4033-A842-3D2746AFF7C7}" dt="2026-08-11T18:05:03.172" v="553" actId="1076"/>
          <ac:graphicFrameMkLst>
            <pc:docMk/>
            <pc:sldMk cId="238418327" sldId="349"/>
            <ac:graphicFrameMk id="19" creationId="{69F2CD44-0662-DC99-CCFA-F615E7D5160C}"/>
          </ac:graphicFrameMkLst>
        </pc:graphicFrameChg>
      </pc:sldChg>
      <pc:sldChg chg="delSp modSp add mod">
        <pc:chgData name="Lizethe Pérez Fuertes" userId="4ae9ef87-2a7d-42f8-8dfa-0a501a9e2ff4" providerId="ADAL" clId="{FDDD45CB-1330-4033-A842-3D2746AFF7C7}" dt="2026-08-11T18:09:00.214" v="579" actId="478"/>
        <pc:sldMkLst>
          <pc:docMk/>
          <pc:sldMk cId="2616061273" sldId="350"/>
        </pc:sldMkLst>
        <pc:spChg chg="del">
          <ac:chgData name="Lizethe Pérez Fuertes" userId="4ae9ef87-2a7d-42f8-8dfa-0a501a9e2ff4" providerId="ADAL" clId="{FDDD45CB-1330-4033-A842-3D2746AFF7C7}" dt="2026-08-11T18:06:42.031" v="560" actId="478"/>
          <ac:spMkLst>
            <pc:docMk/>
            <pc:sldMk cId="2616061273" sldId="350"/>
            <ac:spMk id="10" creationId="{6E395F1D-1F7E-9B3A-4657-12AB3C3022EB}"/>
          </ac:spMkLst>
        </pc:spChg>
        <pc:spChg chg="mod">
          <ac:chgData name="Lizethe Pérez Fuertes" userId="4ae9ef87-2a7d-42f8-8dfa-0a501a9e2ff4" providerId="ADAL" clId="{FDDD45CB-1330-4033-A842-3D2746AFF7C7}" dt="2026-08-11T18:08:16.033" v="575" actId="1076"/>
          <ac:spMkLst>
            <pc:docMk/>
            <pc:sldMk cId="2616061273" sldId="350"/>
            <ac:spMk id="12" creationId="{5B8C609F-C3E3-E596-7FDE-75768C19FD78}"/>
          </ac:spMkLst>
        </pc:spChg>
        <pc:spChg chg="mod">
          <ac:chgData name="Lizethe Pérez Fuertes" userId="4ae9ef87-2a7d-42f8-8dfa-0a501a9e2ff4" providerId="ADAL" clId="{FDDD45CB-1330-4033-A842-3D2746AFF7C7}" dt="2026-08-11T18:08:23.097" v="577" actId="1076"/>
          <ac:spMkLst>
            <pc:docMk/>
            <pc:sldMk cId="2616061273" sldId="350"/>
            <ac:spMk id="13" creationId="{993BC3A2-EFBF-FF6F-DE3E-B6CD478F88B4}"/>
          </ac:spMkLst>
        </pc:spChg>
        <pc:spChg chg="del mod">
          <ac:chgData name="Lizethe Pérez Fuertes" userId="4ae9ef87-2a7d-42f8-8dfa-0a501a9e2ff4" providerId="ADAL" clId="{FDDD45CB-1330-4033-A842-3D2746AFF7C7}" dt="2026-08-11T18:09:00.214" v="579" actId="478"/>
          <ac:spMkLst>
            <pc:docMk/>
            <pc:sldMk cId="2616061273" sldId="350"/>
            <ac:spMk id="17" creationId="{3C6B7D8D-D568-C08C-A1F5-8B16312BA6A1}"/>
          </ac:spMkLst>
        </pc:spChg>
        <pc:spChg chg="mod">
          <ac:chgData name="Lizethe Pérez Fuertes" userId="4ae9ef87-2a7d-42f8-8dfa-0a501a9e2ff4" providerId="ADAL" clId="{FDDD45CB-1330-4033-A842-3D2746AFF7C7}" dt="2026-08-11T18:06:40.081" v="559" actId="1076"/>
          <ac:spMkLst>
            <pc:docMk/>
            <pc:sldMk cId="2616061273" sldId="350"/>
            <ac:spMk id="18" creationId="{F4C2D6B6-0EF0-9A03-342C-074BDA126345}"/>
          </ac:spMkLst>
        </pc:spChg>
        <pc:grpChg chg="del">
          <ac:chgData name="Lizethe Pérez Fuertes" userId="4ae9ef87-2a7d-42f8-8dfa-0a501a9e2ff4" providerId="ADAL" clId="{FDDD45CB-1330-4033-A842-3D2746AFF7C7}" dt="2026-08-11T18:08:04.095" v="573" actId="478"/>
          <ac:grpSpMkLst>
            <pc:docMk/>
            <pc:sldMk cId="2616061273" sldId="350"/>
            <ac:grpSpMk id="15" creationId="{15BE559F-F93E-1B51-0DAB-0363AF067A82}"/>
          </ac:grpSpMkLst>
        </pc:grpChg>
        <pc:graphicFrameChg chg="mod modGraphic">
          <ac:chgData name="Lizethe Pérez Fuertes" userId="4ae9ef87-2a7d-42f8-8dfa-0a501a9e2ff4" providerId="ADAL" clId="{FDDD45CB-1330-4033-A842-3D2746AFF7C7}" dt="2026-08-11T18:08:12.355" v="574" actId="1076"/>
          <ac:graphicFrameMkLst>
            <pc:docMk/>
            <pc:sldMk cId="2616061273" sldId="350"/>
            <ac:graphicFrameMk id="20" creationId="{AEF01618-86A9-934F-5EB0-1F11011E78B7}"/>
          </ac:graphicFrameMkLst>
        </pc:graphicFrameChg>
      </pc:sldChg>
      <pc:sldChg chg="addSp delSp modSp add mod">
        <pc:chgData name="Lizethe Pérez Fuertes" userId="4ae9ef87-2a7d-42f8-8dfa-0a501a9e2ff4" providerId="ADAL" clId="{FDDD45CB-1330-4033-A842-3D2746AFF7C7}" dt="2026-08-11T18:10:46.601" v="643" actId="1035"/>
        <pc:sldMkLst>
          <pc:docMk/>
          <pc:sldMk cId="2763501894" sldId="351"/>
        </pc:sldMkLst>
        <pc:spChg chg="mod">
          <ac:chgData name="Lizethe Pérez Fuertes" userId="4ae9ef87-2a7d-42f8-8dfa-0a501a9e2ff4" providerId="ADAL" clId="{FDDD45CB-1330-4033-A842-3D2746AFF7C7}" dt="2026-08-11T18:10:46.601" v="643" actId="1035"/>
          <ac:spMkLst>
            <pc:docMk/>
            <pc:sldMk cId="2763501894" sldId="351"/>
            <ac:spMk id="3" creationId="{B76909EC-09B9-DDE4-2174-D97FA306AA25}"/>
          </ac:spMkLst>
        </pc:spChg>
        <pc:spChg chg="del">
          <ac:chgData name="Lizethe Pérez Fuertes" userId="4ae9ef87-2a7d-42f8-8dfa-0a501a9e2ff4" providerId="ADAL" clId="{FDDD45CB-1330-4033-A842-3D2746AFF7C7}" dt="2026-08-11T18:10:01.688" v="627" actId="478"/>
          <ac:spMkLst>
            <pc:docMk/>
            <pc:sldMk cId="2763501894" sldId="351"/>
            <ac:spMk id="7" creationId="{06F9C010-C80D-BA67-11E1-6B916284EEA8}"/>
          </ac:spMkLst>
        </pc:spChg>
        <pc:graphicFrameChg chg="del">
          <ac:chgData name="Lizethe Pérez Fuertes" userId="4ae9ef87-2a7d-42f8-8dfa-0a501a9e2ff4" providerId="ADAL" clId="{FDDD45CB-1330-4033-A842-3D2746AFF7C7}" dt="2026-08-11T18:10:01.688" v="627" actId="478"/>
          <ac:graphicFrameMkLst>
            <pc:docMk/>
            <pc:sldMk cId="2763501894" sldId="351"/>
            <ac:graphicFrameMk id="6" creationId="{C0550B80-B383-5444-1511-D9FC34DCE21C}"/>
          </ac:graphicFrameMkLst>
        </pc:graphicFrameChg>
        <pc:picChg chg="del">
          <ac:chgData name="Lizethe Pérez Fuertes" userId="4ae9ef87-2a7d-42f8-8dfa-0a501a9e2ff4" providerId="ADAL" clId="{FDDD45CB-1330-4033-A842-3D2746AFF7C7}" dt="2026-08-11T18:10:03.806" v="628" actId="478"/>
          <ac:picMkLst>
            <pc:docMk/>
            <pc:sldMk cId="2763501894" sldId="351"/>
            <ac:picMk id="4" creationId="{0118F5AE-4B08-87EB-E0CA-53006ADE1269}"/>
          </ac:picMkLst>
        </pc:picChg>
        <pc:picChg chg="add mod">
          <ac:chgData name="Lizethe Pérez Fuertes" userId="4ae9ef87-2a7d-42f8-8dfa-0a501a9e2ff4" providerId="ADAL" clId="{FDDD45CB-1330-4033-A842-3D2746AFF7C7}" dt="2026-08-11T18:10:31.883" v="637" actId="1076"/>
          <ac:picMkLst>
            <pc:docMk/>
            <pc:sldMk cId="2763501894" sldId="351"/>
            <ac:picMk id="5" creationId="{4CCC7562-2A65-7864-338D-BF9EE75D44AD}"/>
          </ac:picMkLst>
        </pc:picChg>
        <pc:picChg chg="add mod">
          <ac:chgData name="Lizethe Pérez Fuertes" userId="4ae9ef87-2a7d-42f8-8dfa-0a501a9e2ff4" providerId="ADAL" clId="{FDDD45CB-1330-4033-A842-3D2746AFF7C7}" dt="2026-08-11T18:10:38.668" v="638" actId="1076"/>
          <ac:picMkLst>
            <pc:docMk/>
            <pc:sldMk cId="2763501894" sldId="351"/>
            <ac:picMk id="9" creationId="{2C848B69-4073-2C39-5052-21D8CA7F6B34}"/>
          </ac:picMkLst>
        </pc:picChg>
      </pc:sldChg>
      <pc:sldChg chg="addSp delSp modSp add del mod">
        <pc:chgData name="Lizethe Pérez Fuertes" userId="4ae9ef87-2a7d-42f8-8dfa-0a501a9e2ff4" providerId="ADAL" clId="{FDDD45CB-1330-4033-A842-3D2746AFF7C7}" dt="2026-08-11T22:22:00.617" v="903" actId="47"/>
        <pc:sldMkLst>
          <pc:docMk/>
          <pc:sldMk cId="3022900638" sldId="352"/>
        </pc:sldMkLst>
        <pc:spChg chg="mod">
          <ac:chgData name="Lizethe Pérez Fuertes" userId="4ae9ef87-2a7d-42f8-8dfa-0a501a9e2ff4" providerId="ADAL" clId="{FDDD45CB-1330-4033-A842-3D2746AFF7C7}" dt="2026-08-11T18:11:21.931" v="682" actId="6549"/>
          <ac:spMkLst>
            <pc:docMk/>
            <pc:sldMk cId="3022900638" sldId="352"/>
            <ac:spMk id="3" creationId="{17960639-CE04-C139-F3D4-6607F30633E7}"/>
          </ac:spMkLst>
        </pc:spChg>
        <pc:spChg chg="add">
          <ac:chgData name="Lizethe Pérez Fuertes" userId="4ae9ef87-2a7d-42f8-8dfa-0a501a9e2ff4" providerId="ADAL" clId="{FDDD45CB-1330-4033-A842-3D2746AFF7C7}" dt="2026-08-11T18:11:34.900" v="684" actId="22"/>
          <ac:spMkLst>
            <pc:docMk/>
            <pc:sldMk cId="3022900638" sldId="352"/>
            <ac:spMk id="4" creationId="{F99BBEC5-2A3B-2969-DEC7-6857ADF67628}"/>
          </ac:spMkLst>
        </pc:spChg>
        <pc:graphicFrameChg chg="add mod modGraphic">
          <ac:chgData name="Lizethe Pérez Fuertes" userId="4ae9ef87-2a7d-42f8-8dfa-0a501a9e2ff4" providerId="ADAL" clId="{FDDD45CB-1330-4033-A842-3D2746AFF7C7}" dt="2026-08-11T18:12:02.920" v="687" actId="14100"/>
          <ac:graphicFrameMkLst>
            <pc:docMk/>
            <pc:sldMk cId="3022900638" sldId="352"/>
            <ac:graphicFrameMk id="7" creationId="{FBF8509B-ED54-E6B3-E3B1-2C820B961086}"/>
          </ac:graphicFrameMkLst>
        </pc:graphicFrameChg>
        <pc:graphicFrameChg chg="add">
          <ac:chgData name="Lizethe Pérez Fuertes" userId="4ae9ef87-2a7d-42f8-8dfa-0a501a9e2ff4" providerId="ADAL" clId="{FDDD45CB-1330-4033-A842-3D2746AFF7C7}" dt="2026-08-11T18:11:34.900" v="684" actId="22"/>
          <ac:graphicFrameMkLst>
            <pc:docMk/>
            <pc:sldMk cId="3022900638" sldId="352"/>
            <ac:graphicFrameMk id="10" creationId="{0F423C72-2E36-C389-3FFF-9D3A1A9BC889}"/>
          </ac:graphicFrameMkLst>
        </pc:graphicFrameChg>
        <pc:graphicFrameChg chg="add">
          <ac:chgData name="Lizethe Pérez Fuertes" userId="4ae9ef87-2a7d-42f8-8dfa-0a501a9e2ff4" providerId="ADAL" clId="{FDDD45CB-1330-4033-A842-3D2746AFF7C7}" dt="2026-08-11T18:11:34.900" v="684" actId="22"/>
          <ac:graphicFrameMkLst>
            <pc:docMk/>
            <pc:sldMk cId="3022900638" sldId="352"/>
            <ac:graphicFrameMk id="12" creationId="{25AB7222-B9CB-3002-222C-ED67A78CCF70}"/>
          </ac:graphicFrameMkLst>
        </pc:graphicFrameChg>
        <pc:picChg chg="del">
          <ac:chgData name="Lizethe Pérez Fuertes" userId="4ae9ef87-2a7d-42f8-8dfa-0a501a9e2ff4" providerId="ADAL" clId="{FDDD45CB-1330-4033-A842-3D2746AFF7C7}" dt="2026-08-11T18:11:34.312" v="683" actId="478"/>
          <ac:picMkLst>
            <pc:docMk/>
            <pc:sldMk cId="3022900638" sldId="352"/>
            <ac:picMk id="5" creationId="{4BDAAB56-0558-67C0-9177-213FD61C9E84}"/>
          </ac:picMkLst>
        </pc:picChg>
        <pc:picChg chg="del">
          <ac:chgData name="Lizethe Pérez Fuertes" userId="4ae9ef87-2a7d-42f8-8dfa-0a501a9e2ff4" providerId="ADAL" clId="{FDDD45CB-1330-4033-A842-3D2746AFF7C7}" dt="2026-08-11T18:11:34.312" v="683" actId="478"/>
          <ac:picMkLst>
            <pc:docMk/>
            <pc:sldMk cId="3022900638" sldId="352"/>
            <ac:picMk id="9" creationId="{BCDD11CE-57BB-F95E-CB99-C36DCD3E6C05}"/>
          </ac:picMkLst>
        </pc:picChg>
      </pc:sldChg>
      <pc:sldChg chg="addSp delSp modSp add mod">
        <pc:chgData name="Lizethe Pérez Fuertes" userId="4ae9ef87-2a7d-42f8-8dfa-0a501a9e2ff4" providerId="ADAL" clId="{FDDD45CB-1330-4033-A842-3D2746AFF7C7}" dt="2026-08-11T22:21:38.284" v="898" actId="1076"/>
        <pc:sldMkLst>
          <pc:docMk/>
          <pc:sldMk cId="3957193108" sldId="353"/>
        </pc:sldMkLst>
        <pc:spChg chg="del">
          <ac:chgData name="Lizethe Pérez Fuertes" userId="4ae9ef87-2a7d-42f8-8dfa-0a501a9e2ff4" providerId="ADAL" clId="{FDDD45CB-1330-4033-A842-3D2746AFF7C7}" dt="2026-08-11T22:21:29.547" v="895" actId="478"/>
          <ac:spMkLst>
            <pc:docMk/>
            <pc:sldMk cId="3957193108" sldId="353"/>
            <ac:spMk id="3" creationId="{08318054-1493-87FA-A9FB-D922AEEE31F8}"/>
          </ac:spMkLst>
        </pc:spChg>
        <pc:spChg chg="add mod">
          <ac:chgData name="Lizethe Pérez Fuertes" userId="4ae9ef87-2a7d-42f8-8dfa-0a501a9e2ff4" providerId="ADAL" clId="{FDDD45CB-1330-4033-A842-3D2746AFF7C7}" dt="2026-08-11T22:21:33.399" v="897" actId="1076"/>
          <ac:spMkLst>
            <pc:docMk/>
            <pc:sldMk cId="3957193108" sldId="353"/>
            <ac:spMk id="5" creationId="{CC77D2E1-9A85-41C6-EF5D-DDEFEA17F998}"/>
          </ac:spMkLst>
        </pc:spChg>
        <pc:spChg chg="del">
          <ac:chgData name="Lizethe Pérez Fuertes" userId="4ae9ef87-2a7d-42f8-8dfa-0a501a9e2ff4" providerId="ADAL" clId="{FDDD45CB-1330-4033-A842-3D2746AFF7C7}" dt="2026-08-11T22:21:04.200" v="890" actId="478"/>
          <ac:spMkLst>
            <pc:docMk/>
            <pc:sldMk cId="3957193108" sldId="353"/>
            <ac:spMk id="10" creationId="{D9832F87-E0A9-C761-2818-42BD5AA50D55}"/>
          </ac:spMkLst>
        </pc:spChg>
        <pc:picChg chg="add mod">
          <ac:chgData name="Lizethe Pérez Fuertes" userId="4ae9ef87-2a7d-42f8-8dfa-0a501a9e2ff4" providerId="ADAL" clId="{FDDD45CB-1330-4033-A842-3D2746AFF7C7}" dt="2026-08-11T22:21:38.284" v="898" actId="1076"/>
          <ac:picMkLst>
            <pc:docMk/>
            <pc:sldMk cId="3957193108" sldId="353"/>
            <ac:picMk id="4" creationId="{29C8B882-49E1-147E-56CB-84745442DFE3}"/>
          </ac:picMkLst>
        </pc:picChg>
      </pc:sldChg>
      <pc:sldMasterChg chg="delSldLayout">
        <pc:chgData name="Lizethe Pérez Fuertes" userId="4ae9ef87-2a7d-42f8-8dfa-0a501a9e2ff4" providerId="ADAL" clId="{FDDD45CB-1330-4033-A842-3D2746AFF7C7}" dt="2026-08-11T17:38:36.060" v="127" actId="47"/>
        <pc:sldMasterMkLst>
          <pc:docMk/>
          <pc:sldMasterMk cId="1000699671" sldId="2147483648"/>
        </pc:sldMasterMkLst>
        <pc:sldLayoutChg chg="del">
          <pc:chgData name="Lizethe Pérez Fuertes" userId="4ae9ef87-2a7d-42f8-8dfa-0a501a9e2ff4" providerId="ADAL" clId="{FDDD45CB-1330-4033-A842-3D2746AFF7C7}" dt="2026-08-11T17:38:36.060" v="127" actId="47"/>
          <pc:sldLayoutMkLst>
            <pc:docMk/>
            <pc:sldMasterMk cId="1000699671" sldId="2147483648"/>
            <pc:sldLayoutMk cId="2173744485" sldId="2147483662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B9EA85-E274-4EA7-8880-BB3ECF55DB78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CF1478-83C0-459C-9DF2-CF8FE5DEE0C4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2705675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3A0CE-3ED0-3973-422B-306CD5DE0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>
            <a:extLst>
              <a:ext uri="{FF2B5EF4-FFF2-40B4-BE49-F238E27FC236}">
                <a16:creationId xmlns:a16="http://schemas.microsoft.com/office/drawing/2014/main" id="{CBE6BDE5-CAA2-8CBE-233A-83438F7A6B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910090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5E4FA-02D8-27D0-1292-86C6BA1F5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>
            <a:extLst>
              <a:ext uri="{FF2B5EF4-FFF2-40B4-BE49-F238E27FC236}">
                <a16:creationId xmlns:a16="http://schemas.microsoft.com/office/drawing/2014/main" id="{97D74036-7847-0FCD-4091-7351F05E34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835233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06345-2ABE-5650-C56B-E11A9EF3C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>
            <a:extLst>
              <a:ext uri="{FF2B5EF4-FFF2-40B4-BE49-F238E27FC236}">
                <a16:creationId xmlns:a16="http://schemas.microsoft.com/office/drawing/2014/main" id="{C80AA7AB-CBE0-24BE-427D-975251C823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508136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974E1-5D3F-3331-2C7F-931B7E4BA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>
            <a:extLst>
              <a:ext uri="{FF2B5EF4-FFF2-40B4-BE49-F238E27FC236}">
                <a16:creationId xmlns:a16="http://schemas.microsoft.com/office/drawing/2014/main" id="{11F26918-C93C-754A-A09B-E9C7A159B5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469068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23140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524718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940883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3E51A-9964-AF89-BE97-42FD3C921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>
            <a:extLst>
              <a:ext uri="{FF2B5EF4-FFF2-40B4-BE49-F238E27FC236}">
                <a16:creationId xmlns:a16="http://schemas.microsoft.com/office/drawing/2014/main" id="{F22B8363-BF95-B561-EDDA-4A8A34F794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453762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1B90C8-5101-76A2-07AA-29CFE0F2D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>
            <a:extLst>
              <a:ext uri="{FF2B5EF4-FFF2-40B4-BE49-F238E27FC236}">
                <a16:creationId xmlns:a16="http://schemas.microsoft.com/office/drawing/2014/main" id="{060C3DAC-BC30-2916-9BF4-0A428EFF6F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665713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38ECE-821B-024B-AAE1-D773226A4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>
            <a:extLst>
              <a:ext uri="{FF2B5EF4-FFF2-40B4-BE49-F238E27FC236}">
                <a16:creationId xmlns:a16="http://schemas.microsoft.com/office/drawing/2014/main" id="{93D4E4CB-DB9D-D66A-DE1E-6A02A2C737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56916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AFC03-A0EE-7D0D-FB6F-86B996E87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>
            <a:extLst>
              <a:ext uri="{FF2B5EF4-FFF2-40B4-BE49-F238E27FC236}">
                <a16:creationId xmlns:a16="http://schemas.microsoft.com/office/drawing/2014/main" id="{58B07BBD-E96D-858C-6B5A-0EE53908C7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5343692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11FAC-B3FF-46B8-811B-635049FACAEC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C9A-9A7F-44FA-BC4E-3A9C62273A0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03096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11FAC-B3FF-46B8-811B-635049FACAEC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C9A-9A7F-44FA-BC4E-3A9C62273A0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843500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11FAC-B3FF-46B8-811B-635049FACAEC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C9A-9A7F-44FA-BC4E-3A9C62273A0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949349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11FAC-B3FF-46B8-811B-635049FACAEC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C9A-9A7F-44FA-BC4E-3A9C62273A0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18243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11FAC-B3FF-46B8-811B-635049FACAEC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C9A-9A7F-44FA-BC4E-3A9C62273A0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54790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11FAC-B3FF-46B8-811B-635049FACAEC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C9A-9A7F-44FA-BC4E-3A9C62273A0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397179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11FAC-B3FF-46B8-811B-635049FACAEC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C9A-9A7F-44FA-BC4E-3A9C62273A0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729638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11FAC-B3FF-46B8-811B-635049FACAEC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C9A-9A7F-44FA-BC4E-3A9C62273A0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7298726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11FAC-B3FF-46B8-811B-635049FACAEC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C9A-9A7F-44FA-BC4E-3A9C62273A0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4135883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11FAC-B3FF-46B8-811B-635049FACAEC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C9A-9A7F-44FA-BC4E-3A9C62273A0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209542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11FAC-B3FF-46B8-811B-635049FACAEC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C9A-9A7F-44FA-BC4E-3A9C62273A0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8448036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/>
          <a:p>
            <a:pPr marL="25400"/>
            <a:fld id="{81D60167-4931-47E6-BA6A-407CBD079E47}" type="slidenum">
              <a:rPr lang="es-MX" spc="-10" smtClean="0">
                <a:solidFill>
                  <a:srgbClr val="18BAD4"/>
                </a:solidFill>
                <a:cs typeface="Calibri"/>
              </a:rPr>
              <a:pPr marL="25400"/>
              <a:t>‹Nº›</a:t>
            </a:fld>
            <a:endParaRPr lang="es-MX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098507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5086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911FAC-B3FF-46B8-811B-635049FACAEC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164C9A-9A7F-44FA-BC4E-3A9C62273A0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00699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06630" y="404664"/>
            <a:ext cx="7342584" cy="1470025"/>
          </a:xfrm>
        </p:spPr>
        <p:txBody>
          <a:bodyPr rtlCol="0">
            <a:normAutofit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s-MX" sz="3200" dirty="0">
                <a:solidFill>
                  <a:schemeClr val="bg2">
                    <a:lumMod val="50000"/>
                  </a:schemeClr>
                </a:solidFill>
              </a:rPr>
              <a:t>TC 1037 </a:t>
            </a:r>
            <a:br>
              <a:rPr lang="es-MX" sz="3200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s-MX" sz="3200" dirty="0">
                <a:solidFill>
                  <a:schemeClr val="bg2">
                    <a:lumMod val="50000"/>
                  </a:schemeClr>
                </a:solidFill>
              </a:rPr>
              <a:t>Pensamiento algorítmico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1A585A2-4B80-479F-964A-0052A3859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5576" y="1772816"/>
            <a:ext cx="6728792" cy="1281282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</a:rPr>
              <a:t>Gráficas con </a:t>
            </a:r>
            <a:r>
              <a:rPr lang="es-MX" b="1" dirty="0" err="1">
                <a:solidFill>
                  <a:schemeClr val="accent4">
                    <a:lumMod val="50000"/>
                  </a:schemeClr>
                </a:solidFill>
              </a:rPr>
              <a:t>Matplotlib</a:t>
            </a:r>
            <a:endParaRPr lang="es-MX" b="1" dirty="0">
              <a:solidFill>
                <a:schemeClr val="accent4">
                  <a:lumMod val="50000"/>
                </a:schemeClr>
              </a:solidFill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s-MX" sz="2000" dirty="0">
                <a:solidFill>
                  <a:schemeClr val="accent4">
                    <a:lumMod val="50000"/>
                  </a:schemeClr>
                </a:solidFill>
              </a:rPr>
              <a:t>Tecnológico de Monterrey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2913B99-1562-5758-3EF2-43FC6F0AD7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6425" y="2858068"/>
            <a:ext cx="4171150" cy="3128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855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8561356" y="5528169"/>
            <a:ext cx="67628" cy="1154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/>
            <a:r>
              <a:rPr sz="750" spc="-8" dirty="0">
                <a:latin typeface="Corbel"/>
                <a:cs typeface="Corbel"/>
              </a:rPr>
              <a:t>2</a:t>
            </a:r>
            <a:endParaRPr sz="750">
              <a:latin typeface="Corbel"/>
              <a:cs typeface="Corbel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1AF9A3DB-3D1C-9A5E-10C7-6E89AE7345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87624" y="76616"/>
            <a:ext cx="7010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s-ES_tradnl" sz="4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Librerías</a:t>
            </a:r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48387A90-B8D0-5633-E0CD-04FD7733D748}"/>
              </a:ext>
            </a:extLst>
          </p:cNvPr>
          <p:cNvSpPr txBox="1"/>
          <p:nvPr/>
        </p:nvSpPr>
        <p:spPr>
          <a:xfrm>
            <a:off x="5278560" y="2057421"/>
            <a:ext cx="3350424" cy="16619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 marR="3810" algn="just"/>
            <a:r>
              <a:rPr spc="-4" dirty="0">
                <a:latin typeface="Corbel"/>
                <a:cs typeface="Corbel"/>
              </a:rPr>
              <a:t>Escri</a:t>
            </a:r>
            <a:r>
              <a:rPr spc="4" dirty="0">
                <a:latin typeface="Corbel"/>
                <a:cs typeface="Corbel"/>
              </a:rPr>
              <a:t>b</a:t>
            </a:r>
            <a:r>
              <a:rPr dirty="0">
                <a:latin typeface="Corbel"/>
                <a:cs typeface="Corbel"/>
              </a:rPr>
              <a:t>imos   </a:t>
            </a:r>
            <a:r>
              <a:rPr spc="-150" dirty="0">
                <a:latin typeface="Corbel"/>
                <a:cs typeface="Corbel"/>
              </a:rPr>
              <a:t> </a:t>
            </a:r>
            <a:r>
              <a:rPr spc="-8" dirty="0">
                <a:latin typeface="Corbel"/>
                <a:cs typeface="Corbel"/>
              </a:rPr>
              <a:t>el</a:t>
            </a:r>
            <a:r>
              <a:rPr dirty="0">
                <a:latin typeface="Corbel"/>
                <a:cs typeface="Corbel"/>
              </a:rPr>
              <a:t>   </a:t>
            </a:r>
            <a:r>
              <a:rPr spc="-158" dirty="0">
                <a:latin typeface="Corbel"/>
                <a:cs typeface="Corbel"/>
              </a:rPr>
              <a:t> </a:t>
            </a:r>
            <a:r>
              <a:rPr spc="-15" dirty="0">
                <a:latin typeface="Corbel"/>
                <a:cs typeface="Corbel"/>
              </a:rPr>
              <a:t>nombr</a:t>
            </a:r>
            <a:r>
              <a:rPr spc="-11" dirty="0">
                <a:latin typeface="Corbel"/>
                <a:cs typeface="Corbel"/>
              </a:rPr>
              <a:t>e</a:t>
            </a:r>
            <a:r>
              <a:rPr dirty="0">
                <a:latin typeface="Corbel"/>
                <a:cs typeface="Corbel"/>
              </a:rPr>
              <a:t>   </a:t>
            </a:r>
            <a:r>
              <a:rPr spc="-158" dirty="0">
                <a:latin typeface="Corbel"/>
                <a:cs typeface="Corbel"/>
              </a:rPr>
              <a:t> </a:t>
            </a:r>
            <a:r>
              <a:rPr spc="-15" dirty="0">
                <a:latin typeface="Corbel"/>
                <a:cs typeface="Corbel"/>
              </a:rPr>
              <a:t>d</a:t>
            </a:r>
            <a:r>
              <a:rPr spc="-11" dirty="0">
                <a:latin typeface="Corbel"/>
                <a:cs typeface="Corbel"/>
              </a:rPr>
              <a:t>e</a:t>
            </a:r>
            <a:r>
              <a:rPr dirty="0">
                <a:latin typeface="Corbel"/>
                <a:cs typeface="Corbel"/>
              </a:rPr>
              <a:t>   </a:t>
            </a:r>
            <a:r>
              <a:rPr spc="-150" dirty="0">
                <a:latin typeface="Corbel"/>
                <a:cs typeface="Corbel"/>
              </a:rPr>
              <a:t> </a:t>
            </a:r>
            <a:r>
              <a:rPr spc="-11" dirty="0">
                <a:latin typeface="Corbel"/>
                <a:cs typeface="Corbel"/>
              </a:rPr>
              <a:t>la</a:t>
            </a:r>
            <a:r>
              <a:rPr spc="-8" dirty="0">
                <a:latin typeface="Corbel"/>
                <a:cs typeface="Corbel"/>
              </a:rPr>
              <a:t> </a:t>
            </a:r>
            <a:r>
              <a:rPr spc="-4" dirty="0">
                <a:latin typeface="Corbel"/>
                <a:cs typeface="Corbel"/>
              </a:rPr>
              <a:t>l</a:t>
            </a:r>
            <a:r>
              <a:rPr spc="-8" dirty="0">
                <a:latin typeface="Corbel"/>
                <a:cs typeface="Corbel"/>
              </a:rPr>
              <a:t>i</a:t>
            </a:r>
            <a:r>
              <a:rPr spc="-19" dirty="0">
                <a:latin typeface="Corbel"/>
                <a:cs typeface="Corbel"/>
              </a:rPr>
              <a:t>b</a:t>
            </a:r>
            <a:r>
              <a:rPr spc="-8" dirty="0">
                <a:latin typeface="Corbel"/>
                <a:cs typeface="Corbel"/>
              </a:rPr>
              <a:t>rería,</a:t>
            </a:r>
            <a:r>
              <a:rPr dirty="0">
                <a:latin typeface="Corbel"/>
                <a:cs typeface="Corbel"/>
              </a:rPr>
              <a:t> </a:t>
            </a:r>
            <a:r>
              <a:rPr spc="120" dirty="0">
                <a:latin typeface="Corbel"/>
                <a:cs typeface="Corbel"/>
              </a:rPr>
              <a:t> </a:t>
            </a:r>
            <a:r>
              <a:rPr spc="-4" dirty="0">
                <a:latin typeface="Corbel"/>
                <a:cs typeface="Corbel"/>
              </a:rPr>
              <a:t>c</a:t>
            </a:r>
            <a:r>
              <a:rPr spc="4" dirty="0">
                <a:latin typeface="Corbel"/>
                <a:cs typeface="Corbel"/>
              </a:rPr>
              <a:t>l</a:t>
            </a:r>
            <a:r>
              <a:rPr dirty="0">
                <a:latin typeface="Corbel"/>
                <a:cs typeface="Corbel"/>
              </a:rPr>
              <a:t>ic </a:t>
            </a:r>
            <a:r>
              <a:rPr spc="116" dirty="0">
                <a:latin typeface="Corbel"/>
                <a:cs typeface="Corbel"/>
              </a:rPr>
              <a:t> </a:t>
            </a:r>
            <a:r>
              <a:rPr spc="-8" dirty="0">
                <a:latin typeface="Corbel"/>
                <a:cs typeface="Corbel"/>
              </a:rPr>
              <a:t>e</a:t>
            </a:r>
            <a:r>
              <a:rPr spc="-11" dirty="0">
                <a:latin typeface="Corbel"/>
                <a:cs typeface="Corbel"/>
              </a:rPr>
              <a:t>n</a:t>
            </a:r>
            <a:r>
              <a:rPr dirty="0">
                <a:latin typeface="Corbel"/>
                <a:cs typeface="Corbel"/>
              </a:rPr>
              <a:t> </a:t>
            </a:r>
            <a:r>
              <a:rPr spc="113" dirty="0">
                <a:latin typeface="Corbel"/>
                <a:cs typeface="Corbel"/>
              </a:rPr>
              <a:t> </a:t>
            </a:r>
            <a:r>
              <a:rPr b="1" spc="-4" dirty="0">
                <a:latin typeface="Corbel"/>
                <a:cs typeface="Corbel"/>
              </a:rPr>
              <a:t>Fi</a:t>
            </a:r>
            <a:r>
              <a:rPr b="1" spc="-8" dirty="0">
                <a:latin typeface="Corbel"/>
                <a:cs typeface="Corbel"/>
              </a:rPr>
              <a:t>n</a:t>
            </a:r>
            <a:r>
              <a:rPr b="1" spc="-11" dirty="0">
                <a:latin typeface="Corbel"/>
                <a:cs typeface="Corbel"/>
              </a:rPr>
              <a:t>d</a:t>
            </a:r>
            <a:r>
              <a:rPr b="1" dirty="0">
                <a:latin typeface="Corbel"/>
                <a:cs typeface="Corbel"/>
              </a:rPr>
              <a:t> </a:t>
            </a:r>
            <a:r>
              <a:rPr b="1" spc="113" dirty="0">
                <a:latin typeface="Corbel"/>
                <a:cs typeface="Corbel"/>
              </a:rPr>
              <a:t> </a:t>
            </a:r>
            <a:r>
              <a:rPr b="1" spc="4" dirty="0">
                <a:latin typeface="Corbel"/>
                <a:cs typeface="Corbel"/>
              </a:rPr>
              <a:t>P</a:t>
            </a:r>
            <a:r>
              <a:rPr b="1" spc="-11" dirty="0">
                <a:latin typeface="Corbel"/>
                <a:cs typeface="Corbel"/>
              </a:rPr>
              <a:t>ackages</a:t>
            </a:r>
            <a:r>
              <a:rPr b="1" spc="-4" dirty="0">
                <a:latin typeface="Corbel"/>
                <a:cs typeface="Corbel"/>
              </a:rPr>
              <a:t> Fr</a:t>
            </a:r>
            <a:r>
              <a:rPr b="1" spc="4" dirty="0">
                <a:latin typeface="Corbel"/>
                <a:cs typeface="Corbel"/>
              </a:rPr>
              <a:t>o</a:t>
            </a:r>
            <a:r>
              <a:rPr b="1" spc="-15" dirty="0">
                <a:latin typeface="Corbel"/>
                <a:cs typeface="Corbel"/>
              </a:rPr>
              <a:t>m</a:t>
            </a:r>
            <a:r>
              <a:rPr b="1" dirty="0">
                <a:latin typeface="Corbel"/>
                <a:cs typeface="Corbel"/>
              </a:rPr>
              <a:t> </a:t>
            </a:r>
            <a:r>
              <a:rPr b="1" spc="-143" dirty="0">
                <a:latin typeface="Corbel"/>
                <a:cs typeface="Corbel"/>
              </a:rPr>
              <a:t> </a:t>
            </a:r>
            <a:r>
              <a:rPr b="1" spc="-4" dirty="0">
                <a:latin typeface="Corbel"/>
                <a:cs typeface="Corbel"/>
              </a:rPr>
              <a:t>PyP</a:t>
            </a:r>
            <a:r>
              <a:rPr b="1" dirty="0">
                <a:latin typeface="Corbel"/>
                <a:cs typeface="Corbel"/>
              </a:rPr>
              <a:t>I </a:t>
            </a:r>
            <a:r>
              <a:rPr b="1" spc="-135" dirty="0">
                <a:latin typeface="Corbel"/>
                <a:cs typeface="Corbel"/>
              </a:rPr>
              <a:t> </a:t>
            </a:r>
            <a:r>
              <a:rPr dirty="0">
                <a:latin typeface="Corbel"/>
                <a:cs typeface="Corbel"/>
              </a:rPr>
              <a:t>y </a:t>
            </a:r>
            <a:r>
              <a:rPr spc="-135" dirty="0">
                <a:latin typeface="Corbel"/>
                <a:cs typeface="Corbel"/>
              </a:rPr>
              <a:t> </a:t>
            </a:r>
            <a:r>
              <a:rPr spc="-4" dirty="0">
                <a:latin typeface="Corbel"/>
                <a:cs typeface="Corbel"/>
              </a:rPr>
              <a:t>cli</a:t>
            </a:r>
            <a:r>
              <a:rPr dirty="0">
                <a:latin typeface="Corbel"/>
                <a:cs typeface="Corbel"/>
              </a:rPr>
              <a:t>c </a:t>
            </a:r>
            <a:r>
              <a:rPr spc="-135" dirty="0">
                <a:latin typeface="Corbel"/>
                <a:cs typeface="Corbel"/>
              </a:rPr>
              <a:t> </a:t>
            </a:r>
            <a:r>
              <a:rPr spc="-8" dirty="0">
                <a:latin typeface="Corbel"/>
                <a:cs typeface="Corbel"/>
              </a:rPr>
              <a:t>e</a:t>
            </a:r>
            <a:r>
              <a:rPr spc="-11" dirty="0">
                <a:latin typeface="Corbel"/>
                <a:cs typeface="Corbel"/>
              </a:rPr>
              <a:t>n</a:t>
            </a:r>
            <a:r>
              <a:rPr dirty="0">
                <a:latin typeface="Corbel"/>
                <a:cs typeface="Corbel"/>
              </a:rPr>
              <a:t> </a:t>
            </a:r>
            <a:r>
              <a:rPr spc="-143" dirty="0">
                <a:latin typeface="Corbel"/>
                <a:cs typeface="Corbel"/>
              </a:rPr>
              <a:t> </a:t>
            </a:r>
            <a:r>
              <a:rPr dirty="0">
                <a:latin typeface="Corbel"/>
                <a:cs typeface="Corbel"/>
              </a:rPr>
              <a:t>in</a:t>
            </a:r>
            <a:r>
              <a:rPr spc="8" dirty="0">
                <a:latin typeface="Corbel"/>
                <a:cs typeface="Corbel"/>
              </a:rPr>
              <a:t>s</a:t>
            </a:r>
            <a:r>
              <a:rPr spc="-11" dirty="0">
                <a:latin typeface="Corbel"/>
                <a:cs typeface="Corbel"/>
              </a:rPr>
              <a:t>t</a:t>
            </a:r>
            <a:r>
              <a:rPr spc="-8" dirty="0">
                <a:latin typeface="Corbel"/>
                <a:cs typeface="Corbel"/>
              </a:rPr>
              <a:t>ala</a:t>
            </a:r>
            <a:r>
              <a:rPr spc="-109" dirty="0">
                <a:latin typeface="Corbel"/>
                <a:cs typeface="Corbel"/>
              </a:rPr>
              <a:t>r</a:t>
            </a:r>
            <a:r>
              <a:rPr dirty="0">
                <a:latin typeface="Corbel"/>
                <a:cs typeface="Corbel"/>
              </a:rPr>
              <a:t>. </a:t>
            </a:r>
            <a:r>
              <a:rPr spc="-135" dirty="0">
                <a:latin typeface="Corbel"/>
                <a:cs typeface="Corbel"/>
              </a:rPr>
              <a:t> </a:t>
            </a:r>
            <a:r>
              <a:rPr spc="-4" dirty="0">
                <a:latin typeface="Corbel"/>
                <a:cs typeface="Corbel"/>
              </a:rPr>
              <a:t>Es </a:t>
            </a:r>
            <a:r>
              <a:rPr spc="-15" dirty="0">
                <a:latin typeface="Corbel"/>
                <a:cs typeface="Corbel"/>
              </a:rPr>
              <a:t>nec</a:t>
            </a:r>
            <a:r>
              <a:rPr spc="-8" dirty="0">
                <a:latin typeface="Corbel"/>
                <a:cs typeface="Corbel"/>
              </a:rPr>
              <a:t>e</a:t>
            </a:r>
            <a:r>
              <a:rPr spc="-4" dirty="0">
                <a:latin typeface="Corbel"/>
                <a:cs typeface="Corbel"/>
              </a:rPr>
              <a:t>sari</a:t>
            </a:r>
            <a:r>
              <a:rPr dirty="0">
                <a:latin typeface="Corbel"/>
                <a:cs typeface="Corbel"/>
              </a:rPr>
              <a:t>o</a:t>
            </a:r>
            <a:r>
              <a:rPr spc="139" dirty="0">
                <a:latin typeface="Corbel"/>
                <a:cs typeface="Corbel"/>
              </a:rPr>
              <a:t> </a:t>
            </a:r>
            <a:r>
              <a:rPr spc="-4" dirty="0">
                <a:latin typeface="Corbel"/>
                <a:cs typeface="Corbel"/>
              </a:rPr>
              <a:t>hacerl</a:t>
            </a:r>
            <a:r>
              <a:rPr dirty="0">
                <a:latin typeface="Corbel"/>
                <a:cs typeface="Corbel"/>
              </a:rPr>
              <a:t>o</a:t>
            </a:r>
            <a:r>
              <a:rPr spc="143" dirty="0">
                <a:latin typeface="Corbel"/>
                <a:cs typeface="Corbel"/>
              </a:rPr>
              <a:t> </a:t>
            </a:r>
            <a:r>
              <a:rPr spc="-8" dirty="0">
                <a:latin typeface="Corbel"/>
                <a:cs typeface="Corbel"/>
              </a:rPr>
              <a:t>c</a:t>
            </a:r>
            <a:r>
              <a:rPr spc="-4" dirty="0">
                <a:latin typeface="Corbel"/>
                <a:cs typeface="Corbel"/>
              </a:rPr>
              <a:t>o</a:t>
            </a:r>
            <a:r>
              <a:rPr dirty="0">
                <a:latin typeface="Corbel"/>
                <a:cs typeface="Corbel"/>
              </a:rPr>
              <a:t>n</a:t>
            </a:r>
            <a:r>
              <a:rPr spc="131" dirty="0">
                <a:latin typeface="Corbel"/>
                <a:cs typeface="Corbel"/>
              </a:rPr>
              <a:t> </a:t>
            </a:r>
            <a:r>
              <a:rPr spc="-8" dirty="0">
                <a:latin typeface="Corbel"/>
                <a:cs typeface="Corbel"/>
              </a:rPr>
              <a:t>c</a:t>
            </a:r>
            <a:r>
              <a:rPr spc="-11" dirty="0">
                <a:latin typeface="Corbel"/>
                <a:cs typeface="Corbel"/>
              </a:rPr>
              <a:t>ada</a:t>
            </a:r>
            <a:r>
              <a:rPr spc="131" dirty="0">
                <a:latin typeface="Corbel"/>
                <a:cs typeface="Corbel"/>
              </a:rPr>
              <a:t> </a:t>
            </a:r>
            <a:r>
              <a:rPr spc="-11" dirty="0">
                <a:latin typeface="Corbel"/>
                <a:cs typeface="Corbel"/>
              </a:rPr>
              <a:t>una</a:t>
            </a:r>
            <a:r>
              <a:rPr spc="-4" dirty="0">
                <a:latin typeface="Corbel"/>
                <a:cs typeface="Corbel"/>
              </a:rPr>
              <a:t> </a:t>
            </a:r>
            <a:r>
              <a:rPr spc="-15" dirty="0">
                <a:latin typeface="Corbel"/>
                <a:cs typeface="Corbel"/>
              </a:rPr>
              <a:t>d</a:t>
            </a:r>
            <a:r>
              <a:rPr spc="-11" dirty="0">
                <a:latin typeface="Corbel"/>
                <a:cs typeface="Corbel"/>
              </a:rPr>
              <a:t>e</a:t>
            </a:r>
            <a:r>
              <a:rPr dirty="0">
                <a:latin typeface="Corbel"/>
                <a:cs typeface="Corbel"/>
              </a:rPr>
              <a:t> </a:t>
            </a:r>
            <a:r>
              <a:rPr spc="83" dirty="0">
                <a:latin typeface="Corbel"/>
                <a:cs typeface="Corbel"/>
              </a:rPr>
              <a:t> </a:t>
            </a:r>
            <a:r>
              <a:rPr spc="-8" dirty="0">
                <a:latin typeface="Corbel"/>
                <a:cs typeface="Corbel"/>
              </a:rPr>
              <a:t>las</a:t>
            </a:r>
            <a:r>
              <a:rPr dirty="0">
                <a:latin typeface="Corbel"/>
                <a:cs typeface="Corbel"/>
              </a:rPr>
              <a:t> </a:t>
            </a:r>
            <a:r>
              <a:rPr spc="79" dirty="0">
                <a:latin typeface="Corbel"/>
                <a:cs typeface="Corbel"/>
              </a:rPr>
              <a:t> </a:t>
            </a:r>
            <a:r>
              <a:rPr spc="-4" dirty="0">
                <a:latin typeface="Corbel"/>
                <a:cs typeface="Corbel"/>
              </a:rPr>
              <a:t>l</a:t>
            </a:r>
            <a:r>
              <a:rPr spc="-8" dirty="0">
                <a:latin typeface="Corbel"/>
                <a:cs typeface="Corbel"/>
              </a:rPr>
              <a:t>i</a:t>
            </a:r>
            <a:r>
              <a:rPr spc="-19" dirty="0">
                <a:latin typeface="Corbel"/>
                <a:cs typeface="Corbel"/>
              </a:rPr>
              <a:t>b</a:t>
            </a:r>
            <a:r>
              <a:rPr spc="-8" dirty="0">
                <a:latin typeface="Corbel"/>
                <a:cs typeface="Corbel"/>
              </a:rPr>
              <a:t>r</a:t>
            </a:r>
            <a:r>
              <a:rPr dirty="0">
                <a:latin typeface="Corbel"/>
                <a:cs typeface="Corbel"/>
              </a:rPr>
              <a:t>e</a:t>
            </a:r>
            <a:r>
              <a:rPr spc="-8" dirty="0">
                <a:latin typeface="Corbel"/>
                <a:cs typeface="Corbel"/>
              </a:rPr>
              <a:t>rías</a:t>
            </a:r>
            <a:r>
              <a:rPr dirty="0">
                <a:latin typeface="Corbel"/>
                <a:cs typeface="Corbel"/>
              </a:rPr>
              <a:t> </a:t>
            </a:r>
            <a:r>
              <a:rPr spc="83" dirty="0">
                <a:latin typeface="Corbel"/>
                <a:cs typeface="Corbel"/>
              </a:rPr>
              <a:t> </a:t>
            </a:r>
            <a:r>
              <a:rPr spc="-11" dirty="0">
                <a:latin typeface="Corbel"/>
                <a:cs typeface="Corbel"/>
              </a:rPr>
              <a:t>que</a:t>
            </a:r>
            <a:r>
              <a:rPr dirty="0">
                <a:latin typeface="Corbel"/>
                <a:cs typeface="Corbel"/>
              </a:rPr>
              <a:t> </a:t>
            </a:r>
            <a:r>
              <a:rPr spc="86" dirty="0">
                <a:latin typeface="Corbel"/>
                <a:cs typeface="Corbel"/>
              </a:rPr>
              <a:t> </a:t>
            </a:r>
            <a:r>
              <a:rPr spc="-11" dirty="0">
                <a:latin typeface="Corbel"/>
                <a:cs typeface="Corbel"/>
              </a:rPr>
              <a:t>se</a:t>
            </a:r>
            <a:r>
              <a:rPr dirty="0">
                <a:latin typeface="Corbel"/>
                <a:cs typeface="Corbel"/>
              </a:rPr>
              <a:t> </a:t>
            </a:r>
            <a:r>
              <a:rPr spc="75" dirty="0">
                <a:latin typeface="Corbel"/>
                <a:cs typeface="Corbel"/>
              </a:rPr>
              <a:t> </a:t>
            </a:r>
            <a:r>
              <a:rPr spc="-11" dirty="0">
                <a:latin typeface="Corbel"/>
                <a:cs typeface="Corbel"/>
              </a:rPr>
              <a:t>des</a:t>
            </a:r>
            <a:r>
              <a:rPr spc="-8" dirty="0">
                <a:latin typeface="Corbel"/>
                <a:cs typeface="Corbel"/>
              </a:rPr>
              <a:t>e</a:t>
            </a:r>
            <a:r>
              <a:rPr spc="-11" dirty="0">
                <a:latin typeface="Corbel"/>
                <a:cs typeface="Corbel"/>
              </a:rPr>
              <a:t>en</a:t>
            </a:r>
            <a:r>
              <a:rPr spc="-4" dirty="0">
                <a:latin typeface="Corbel"/>
                <a:cs typeface="Corbel"/>
              </a:rPr>
              <a:t> </a:t>
            </a:r>
            <a:r>
              <a:rPr dirty="0">
                <a:latin typeface="Corbel"/>
                <a:cs typeface="Corbel"/>
              </a:rPr>
              <a:t>i</a:t>
            </a:r>
            <a:r>
              <a:rPr spc="-11" dirty="0">
                <a:latin typeface="Corbel"/>
                <a:cs typeface="Corbel"/>
              </a:rPr>
              <a:t>n</a:t>
            </a:r>
            <a:r>
              <a:rPr spc="-4" dirty="0">
                <a:latin typeface="Corbel"/>
                <a:cs typeface="Corbel"/>
              </a:rPr>
              <a:t>sta</a:t>
            </a:r>
            <a:r>
              <a:rPr spc="-8" dirty="0">
                <a:latin typeface="Corbel"/>
                <a:cs typeface="Corbel"/>
              </a:rPr>
              <a:t>l</a:t>
            </a:r>
            <a:r>
              <a:rPr spc="-11" dirty="0">
                <a:latin typeface="Corbel"/>
                <a:cs typeface="Corbel"/>
              </a:rPr>
              <a:t>a</a:t>
            </a:r>
            <a:r>
              <a:rPr spc="-109" dirty="0">
                <a:latin typeface="Corbel"/>
                <a:cs typeface="Corbel"/>
              </a:rPr>
              <a:t>r</a:t>
            </a:r>
            <a:r>
              <a:rPr dirty="0">
                <a:latin typeface="Corbel"/>
                <a:cs typeface="Corbel"/>
              </a:rPr>
              <a:t>.</a:t>
            </a: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10B0507B-3D52-32E9-9C30-B98FF46EA682}"/>
              </a:ext>
            </a:extLst>
          </p:cNvPr>
          <p:cNvSpPr txBox="1">
            <a:spLocks/>
          </p:cNvSpPr>
          <p:nvPr/>
        </p:nvSpPr>
        <p:spPr>
          <a:xfrm>
            <a:off x="-468560" y="1268760"/>
            <a:ext cx="7729392" cy="61555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427798" algn="l"/>
            <a:r>
              <a:rPr lang="es-MX" sz="2000" dirty="0">
                <a:latin typeface="Arial Rounded MT Bold"/>
                <a:cs typeface="Arial Rounded MT Bold"/>
              </a:rPr>
              <a:t>Si </a:t>
            </a:r>
            <a:r>
              <a:rPr lang="es-MX" sz="2000" spc="-8" dirty="0">
                <a:latin typeface="Arial Rounded MT Bold"/>
                <a:cs typeface="Arial Rounded MT Bold"/>
              </a:rPr>
              <a:t>u</a:t>
            </a:r>
            <a:r>
              <a:rPr lang="es-MX" sz="2000" dirty="0">
                <a:latin typeface="Arial Rounded MT Bold"/>
                <a:cs typeface="Arial Rounded MT Bold"/>
              </a:rPr>
              <a:t>samos </a:t>
            </a:r>
            <a:r>
              <a:rPr lang="es-MX" sz="2000" spc="-30" dirty="0">
                <a:latin typeface="Arial Rounded MT Bold"/>
                <a:cs typeface="Arial Rounded MT Bold"/>
              </a:rPr>
              <a:t>T</a:t>
            </a:r>
            <a:r>
              <a:rPr lang="es-MX" sz="2000" dirty="0">
                <a:latin typeface="Arial Rounded MT Bold"/>
                <a:cs typeface="Arial Rounded MT Bold"/>
              </a:rPr>
              <a:t>ho</a:t>
            </a:r>
            <a:r>
              <a:rPr lang="es-MX" sz="2000" spc="-11" dirty="0">
                <a:latin typeface="Arial Rounded MT Bold"/>
                <a:cs typeface="Arial Rounded MT Bold"/>
              </a:rPr>
              <a:t>n</a:t>
            </a:r>
            <a:r>
              <a:rPr lang="es-MX" sz="2000" dirty="0">
                <a:latin typeface="Arial Rounded MT Bold"/>
                <a:cs typeface="Arial Rounded MT Bold"/>
              </a:rPr>
              <a:t>ny d</a:t>
            </a:r>
            <a:r>
              <a:rPr lang="es-MX" sz="2000" spc="-26" dirty="0">
                <a:latin typeface="Arial Rounded MT Bold"/>
                <a:cs typeface="Arial Rounded MT Bold"/>
              </a:rPr>
              <a:t>e</a:t>
            </a:r>
            <a:r>
              <a:rPr lang="es-MX" sz="2000" dirty="0">
                <a:latin typeface="Arial Rounded MT Bold"/>
                <a:cs typeface="Arial Rounded MT Bold"/>
              </a:rPr>
              <a:t>bemos</a:t>
            </a:r>
            <a:r>
              <a:rPr lang="es-MX" sz="2000" spc="-19" dirty="0">
                <a:latin typeface="Arial Rounded MT Bold"/>
                <a:cs typeface="Arial Rounded MT Bold"/>
              </a:rPr>
              <a:t> </a:t>
            </a:r>
            <a:r>
              <a:rPr lang="es-MX" sz="2000" dirty="0">
                <a:latin typeface="Arial Rounded MT Bold"/>
                <a:cs typeface="Arial Rounded MT Bold"/>
              </a:rPr>
              <a:t>instalar</a:t>
            </a:r>
            <a:r>
              <a:rPr lang="es-MX" sz="2000" spc="-19" dirty="0">
                <a:latin typeface="Arial Rounded MT Bold"/>
                <a:cs typeface="Arial Rounded MT Bold"/>
              </a:rPr>
              <a:t> </a:t>
            </a:r>
            <a:r>
              <a:rPr lang="es-MX" sz="2000" dirty="0">
                <a:latin typeface="Arial Rounded MT Bold"/>
                <a:cs typeface="Arial Rounded MT Bold"/>
              </a:rPr>
              <a:t>las</a:t>
            </a:r>
            <a:r>
              <a:rPr lang="es-MX" sz="2000" spc="-19" dirty="0">
                <a:latin typeface="Arial Rounded MT Bold"/>
                <a:cs typeface="Arial Rounded MT Bold"/>
              </a:rPr>
              <a:t> </a:t>
            </a:r>
            <a:r>
              <a:rPr lang="es-MX" sz="2000" dirty="0">
                <a:latin typeface="Arial Rounded MT Bold"/>
                <a:cs typeface="Arial Rounded MT Bold"/>
              </a:rPr>
              <a:t>l</a:t>
            </a:r>
            <a:r>
              <a:rPr lang="es-MX" sz="2000" spc="-8" dirty="0">
                <a:latin typeface="Arial Rounded MT Bold"/>
                <a:cs typeface="Arial Rounded MT Bold"/>
              </a:rPr>
              <a:t>i</a:t>
            </a:r>
            <a:r>
              <a:rPr lang="es-MX" sz="2000" dirty="0">
                <a:latin typeface="Arial Rounded MT Bold"/>
                <a:cs typeface="Arial Rounded MT Bold"/>
              </a:rPr>
              <a:t>b</a:t>
            </a:r>
            <a:r>
              <a:rPr lang="es-MX" sz="2000" spc="-64" dirty="0">
                <a:latin typeface="Arial Rounded MT Bold"/>
                <a:cs typeface="Arial Rounded MT Bold"/>
              </a:rPr>
              <a:t>r</a:t>
            </a:r>
            <a:r>
              <a:rPr lang="es-MX" sz="2000" spc="-4" dirty="0">
                <a:latin typeface="Arial Rounded MT Bold"/>
                <a:cs typeface="Arial Rounded MT Bold"/>
              </a:rPr>
              <a:t>erías</a:t>
            </a:r>
            <a:endParaRPr lang="es-MX" sz="2000" dirty="0">
              <a:latin typeface="Arial Rounded MT Bold"/>
              <a:cs typeface="Arial Rounded MT Bold"/>
            </a:endParaRPr>
          </a:p>
          <a:p>
            <a:pPr marL="1427798" algn="l"/>
            <a:r>
              <a:rPr lang="es-MX" sz="2000" spc="-4" dirty="0">
                <a:latin typeface="Arial Rounded MT Bold"/>
                <a:cs typeface="Arial Rounded MT Bold"/>
              </a:rPr>
              <a:t>com</a:t>
            </a:r>
            <a:r>
              <a:rPr lang="es-MX" sz="2000" dirty="0">
                <a:latin typeface="Arial Rounded MT Bold"/>
                <a:cs typeface="Arial Rounded MT Bold"/>
              </a:rPr>
              <a:t>o</a:t>
            </a:r>
            <a:r>
              <a:rPr lang="es-MX" sz="2000" spc="4" dirty="0">
                <a:latin typeface="Arial Rounded MT Bold"/>
                <a:cs typeface="Arial Rounded MT Bold"/>
              </a:rPr>
              <a:t> </a:t>
            </a:r>
            <a:r>
              <a:rPr lang="es-MX" sz="2000" spc="-30" dirty="0" err="1">
                <a:latin typeface="Arial Rounded MT Bold"/>
                <a:cs typeface="Arial Rounded MT Bold"/>
              </a:rPr>
              <a:t>n</a:t>
            </a:r>
            <a:r>
              <a:rPr lang="es-MX" sz="2000" dirty="0" err="1">
                <a:latin typeface="Arial Rounded MT Bold"/>
                <a:cs typeface="Arial Rounded MT Bold"/>
              </a:rPr>
              <a:t>um</a:t>
            </a:r>
            <a:r>
              <a:rPr lang="es-MX" sz="2000" spc="-34" dirty="0" err="1">
                <a:latin typeface="Arial Rounded MT Bold"/>
                <a:cs typeface="Arial Rounded MT Bold"/>
              </a:rPr>
              <a:t>p</a:t>
            </a:r>
            <a:r>
              <a:rPr lang="es-MX" sz="2000" spc="-180" dirty="0" err="1">
                <a:latin typeface="Arial Rounded MT Bold"/>
                <a:cs typeface="Arial Rounded MT Bold"/>
              </a:rPr>
              <a:t>y</a:t>
            </a:r>
            <a:r>
              <a:rPr lang="es-MX" sz="2000" dirty="0">
                <a:latin typeface="Arial Rounded MT Bold"/>
                <a:cs typeface="Arial Rounded MT Bold"/>
              </a:rPr>
              <a:t>, pandas</a:t>
            </a:r>
            <a:r>
              <a:rPr lang="es-MX" sz="2000" spc="-11" dirty="0">
                <a:latin typeface="Arial Rounded MT Bold"/>
                <a:cs typeface="Arial Rounded MT Bold"/>
              </a:rPr>
              <a:t> </a:t>
            </a:r>
            <a:r>
              <a:rPr lang="es-MX" sz="2000" dirty="0">
                <a:latin typeface="Arial Rounded MT Bold"/>
                <a:cs typeface="Arial Rounded MT Bold"/>
              </a:rPr>
              <a:t>y</a:t>
            </a:r>
            <a:r>
              <a:rPr lang="es-MX" sz="2000" spc="8" dirty="0">
                <a:latin typeface="Arial Rounded MT Bold"/>
                <a:cs typeface="Arial Rounded MT Bold"/>
              </a:rPr>
              <a:t> </a:t>
            </a:r>
            <a:r>
              <a:rPr lang="es-MX" sz="2000" dirty="0" err="1">
                <a:latin typeface="Arial Rounded MT Bold"/>
                <a:cs typeface="Arial Rounded MT Bold"/>
              </a:rPr>
              <a:t>m</a:t>
            </a:r>
            <a:r>
              <a:rPr lang="es-MX" sz="2000" spc="-64" dirty="0" err="1">
                <a:latin typeface="Arial Rounded MT Bold"/>
                <a:cs typeface="Arial Rounded MT Bold"/>
              </a:rPr>
              <a:t>a</a:t>
            </a:r>
            <a:r>
              <a:rPr lang="es-MX" sz="2000" dirty="0" err="1">
                <a:latin typeface="Arial Rounded MT Bold"/>
                <a:cs typeface="Arial Rounded MT Bold"/>
              </a:rPr>
              <a:t>tplotli</a:t>
            </a:r>
            <a:r>
              <a:rPr lang="es-MX" sz="2000" spc="-153" dirty="0" err="1">
                <a:latin typeface="Arial Rounded MT Bold"/>
                <a:cs typeface="Arial Rounded MT Bold"/>
              </a:rPr>
              <a:t>b</a:t>
            </a:r>
            <a:r>
              <a:rPr lang="es-MX" sz="2000" dirty="0">
                <a:latin typeface="Arial Rounded MT Bold"/>
                <a:cs typeface="Arial Rounded MT Bold"/>
              </a:rPr>
              <a:t>.</a:t>
            </a:r>
          </a:p>
        </p:txBody>
      </p:sp>
      <p:sp>
        <p:nvSpPr>
          <p:cNvPr id="9" name="object 4">
            <a:extLst>
              <a:ext uri="{FF2B5EF4-FFF2-40B4-BE49-F238E27FC236}">
                <a16:creationId xmlns:a16="http://schemas.microsoft.com/office/drawing/2014/main" id="{63ADC096-0225-76FF-EE86-182A49E11943}"/>
              </a:ext>
            </a:extLst>
          </p:cNvPr>
          <p:cNvSpPr txBox="1"/>
          <p:nvPr/>
        </p:nvSpPr>
        <p:spPr>
          <a:xfrm>
            <a:off x="971600" y="2071633"/>
            <a:ext cx="3791236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/>
            <a:r>
              <a:rPr spc="-4" dirty="0">
                <a:latin typeface="Corbel"/>
                <a:cs typeface="Corbel"/>
              </a:rPr>
              <a:t>E</a:t>
            </a:r>
            <a:r>
              <a:rPr dirty="0">
                <a:latin typeface="Corbel"/>
                <a:cs typeface="Corbel"/>
              </a:rPr>
              <a:t>n</a:t>
            </a:r>
            <a:r>
              <a:rPr spc="-127" dirty="0">
                <a:latin typeface="Corbel"/>
                <a:cs typeface="Corbel"/>
              </a:rPr>
              <a:t> </a:t>
            </a:r>
            <a:r>
              <a:rPr b="1" spc="-120" dirty="0">
                <a:latin typeface="Corbel"/>
                <a:cs typeface="Corbel"/>
              </a:rPr>
              <a:t>T</a:t>
            </a:r>
            <a:r>
              <a:rPr b="1" spc="-4" dirty="0">
                <a:latin typeface="Corbel"/>
                <a:cs typeface="Corbel"/>
              </a:rPr>
              <a:t>ool</a:t>
            </a:r>
            <a:r>
              <a:rPr b="1" dirty="0">
                <a:latin typeface="Corbel"/>
                <a:cs typeface="Corbel"/>
              </a:rPr>
              <a:t>s</a:t>
            </a:r>
            <a:r>
              <a:rPr b="1" spc="-8" dirty="0">
                <a:latin typeface="Corbel"/>
                <a:cs typeface="Corbel"/>
              </a:rPr>
              <a:t> </a:t>
            </a:r>
            <a:r>
              <a:rPr b="1" spc="-4" dirty="0">
                <a:latin typeface="Corbel"/>
                <a:cs typeface="Corbel"/>
              </a:rPr>
              <a:t>-</a:t>
            </a:r>
            <a:r>
              <a:rPr b="1" spc="-56" dirty="0">
                <a:latin typeface="Microsoft Sans Serif"/>
                <a:cs typeface="Microsoft Sans Serif"/>
              </a:rPr>
              <a:t>→</a:t>
            </a:r>
            <a:r>
              <a:rPr b="1" spc="-120" dirty="0">
                <a:latin typeface="Microsoft Sans Serif"/>
                <a:cs typeface="Microsoft Sans Serif"/>
              </a:rPr>
              <a:t> </a:t>
            </a:r>
            <a:r>
              <a:rPr b="1" dirty="0">
                <a:latin typeface="Corbel"/>
                <a:cs typeface="Corbel"/>
              </a:rPr>
              <a:t>M</a:t>
            </a:r>
            <a:r>
              <a:rPr b="1" spc="-8" dirty="0">
                <a:latin typeface="Corbel"/>
                <a:cs typeface="Corbel"/>
              </a:rPr>
              <a:t>a</a:t>
            </a:r>
            <a:r>
              <a:rPr b="1" spc="-4" dirty="0">
                <a:latin typeface="Corbel"/>
                <a:cs typeface="Corbel"/>
              </a:rPr>
              <a:t>n</a:t>
            </a:r>
            <a:r>
              <a:rPr b="1" spc="-8" dirty="0">
                <a:latin typeface="Corbel"/>
                <a:cs typeface="Corbel"/>
              </a:rPr>
              <a:t>a</a:t>
            </a:r>
            <a:r>
              <a:rPr b="1" dirty="0">
                <a:latin typeface="Corbel"/>
                <a:cs typeface="Corbel"/>
              </a:rPr>
              <a:t>ge pack</a:t>
            </a:r>
            <a:r>
              <a:rPr b="1" spc="-8" dirty="0">
                <a:latin typeface="Corbel"/>
                <a:cs typeface="Corbel"/>
              </a:rPr>
              <a:t>a</a:t>
            </a:r>
            <a:r>
              <a:rPr b="1" dirty="0">
                <a:latin typeface="Corbel"/>
                <a:cs typeface="Corbel"/>
              </a:rPr>
              <a:t>ges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D681B0E7-EE8A-1C2D-AB74-135D56A296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908" y="2394352"/>
            <a:ext cx="3782034" cy="1865201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41B7CF8F-6DA9-C35C-4735-BA5EBFC3F0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8560" y="3704380"/>
            <a:ext cx="3429479" cy="307700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565D1-F200-6054-82C9-4CBA872CA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>
            <a:extLst>
              <a:ext uri="{FF2B5EF4-FFF2-40B4-BE49-F238E27FC236}">
                <a16:creationId xmlns:a16="http://schemas.microsoft.com/office/drawing/2014/main" id="{CAA12FE5-1A2F-59A7-429D-1AF32424D0E7}"/>
              </a:ext>
            </a:extLst>
          </p:cNvPr>
          <p:cNvSpPr txBox="1"/>
          <p:nvPr/>
        </p:nvSpPr>
        <p:spPr>
          <a:xfrm>
            <a:off x="8561356" y="5528169"/>
            <a:ext cx="67628" cy="1154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/>
            <a:r>
              <a:rPr sz="750" spc="-8" dirty="0">
                <a:latin typeface="Corbel"/>
                <a:cs typeface="Corbel"/>
              </a:rPr>
              <a:t>2</a:t>
            </a:r>
            <a:endParaRPr sz="750">
              <a:latin typeface="Corbel"/>
              <a:cs typeface="Corbel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67FC619-6EA8-6075-9206-BA15434B7E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66800" y="188640"/>
            <a:ext cx="7010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s-ES_tradnl" sz="4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Librerías</a:t>
            </a:r>
          </a:p>
        </p:txBody>
      </p:sp>
      <p:sp>
        <p:nvSpPr>
          <p:cNvPr id="3" name="object 6">
            <a:extLst>
              <a:ext uri="{FF2B5EF4-FFF2-40B4-BE49-F238E27FC236}">
                <a16:creationId xmlns:a16="http://schemas.microsoft.com/office/drawing/2014/main" id="{87A43A13-D5E9-CB4C-833D-953CAC858ED9}"/>
              </a:ext>
            </a:extLst>
          </p:cNvPr>
          <p:cNvSpPr txBox="1"/>
          <p:nvPr/>
        </p:nvSpPr>
        <p:spPr>
          <a:xfrm>
            <a:off x="662969" y="1628800"/>
            <a:ext cx="7904321" cy="38094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2425" marR="463868" indent="-342900" algn="just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sz="2000" b="1" spc="-15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sz="2000" b="1" spc="-23" dirty="0"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sz="2000" b="1" spc="-19" dirty="0">
                <a:latin typeface="Arial" panose="020B0604020202020204" pitchFamily="34" charset="0"/>
                <a:cs typeface="Arial" panose="020B0604020202020204" pitchFamily="34" charset="0"/>
              </a:rPr>
              <a:t>mp</a:t>
            </a:r>
            <a:r>
              <a:rPr sz="2000" b="1" spc="-34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sz="2000" b="1" spc="-8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sz="2000" b="1" spc="38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El po</a:t>
            </a:r>
            <a:r>
              <a:rPr sz="2000" spc="-8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sz="2000" spc="-8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ar</a:t>
            </a:r>
            <a:r>
              <a:rPr sz="2000" spc="19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pa</a:t>
            </a:r>
            <a:r>
              <a:rPr sz="2000" spc="-8" dirty="0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uete</a:t>
            </a:r>
            <a:r>
              <a:rPr sz="2000" spc="8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matemático</a:t>
            </a:r>
            <a:r>
              <a:rPr sz="2000" spc="-8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000" spc="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Python ,</a:t>
            </a:r>
            <a:r>
              <a:rPr sz="2000"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se util</a:t>
            </a:r>
            <a:r>
              <a:rPr sz="2000" spc="-8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za</a:t>
            </a:r>
            <a:r>
              <a:rPr sz="2000" spc="8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tanto q</a:t>
            </a:r>
            <a:r>
              <a:rPr sz="2000" spc="-8" dirty="0"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e mucha gente</a:t>
            </a:r>
            <a:r>
              <a:rPr sz="2000" spc="8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ya</a:t>
            </a:r>
            <a:r>
              <a:rPr sz="2000" spc="-8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lo</a:t>
            </a:r>
            <a:r>
              <a:rPr sz="2000" spc="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cons</a:t>
            </a:r>
            <a:r>
              <a:rPr sz="2000" spc="-8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dera</a:t>
            </a:r>
            <a:r>
              <a:rPr sz="2000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parte </a:t>
            </a:r>
            <a:r>
              <a:rPr sz="2000" spc="-8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ntegral</a:t>
            </a:r>
            <a:r>
              <a:rPr sz="2000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del</a:t>
            </a:r>
            <a:r>
              <a:rPr sz="2000" spc="-8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leng</a:t>
            </a:r>
            <a:r>
              <a:rPr sz="2000" spc="-8" dirty="0"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aje.</a:t>
            </a:r>
            <a:r>
              <a:rPr sz="2000" spc="23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sz="2000" spc="-8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sz="2000" spc="8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proporci</a:t>
            </a:r>
            <a:r>
              <a:rPr sz="2000" spc="-8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na a</a:t>
            </a:r>
            <a:r>
              <a:rPr sz="2000" spc="-8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gu</a:t>
            </a:r>
            <a:r>
              <a:rPr sz="2000" spc="-8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as</a:t>
            </a:r>
            <a:r>
              <a:rPr sz="2000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funcio</a:t>
            </a:r>
            <a:r>
              <a:rPr sz="2000" spc="-8" dirty="0" err="1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es</a:t>
            </a:r>
            <a:r>
              <a:rPr sz="2000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estadístic</a:t>
            </a:r>
            <a:r>
              <a:rPr sz="2000" spc="-8" dirty="0" err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ts val="3000"/>
              </a:lnSpc>
              <a:spcBef>
                <a:spcPts val="35"/>
              </a:spcBef>
              <a:buFont typeface="Arial" panose="020B0604020202020204" pitchFamily="34" charset="0"/>
              <a:buChar char="•"/>
            </a:pP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2425" indent="-342900" algn="just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sz="2000" b="1" spc="-11" dirty="0">
                <a:latin typeface="Arial" panose="020B0604020202020204" pitchFamily="34" charset="0"/>
                <a:cs typeface="Arial" panose="020B0604020202020204" pitchFamily="34" charset="0"/>
              </a:rPr>
              <a:t>matplotli</a:t>
            </a:r>
            <a:r>
              <a:rPr sz="2000" b="1" spc="-19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sz="2000" b="1" spc="-8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sz="2000" b="1" spc="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Es</a:t>
            </a:r>
            <a:r>
              <a:rPr sz="2000" spc="-8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la l</a:t>
            </a:r>
            <a:r>
              <a:rPr sz="2000" spc="-11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brería</a:t>
            </a:r>
            <a:r>
              <a:rPr sz="2000" spc="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más</a:t>
            </a:r>
            <a:r>
              <a:rPr sz="2000" spc="-8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sz="2000" spc="-8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sz="2000" spc="-8" dirty="0"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sz="2000" spc="-8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sz="2000" spc="19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sz="2000" spc="-8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Python</a:t>
            </a:r>
            <a:r>
              <a:rPr sz="2000" spc="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sz="2000" spc="-8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ra 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visu</a:t>
            </a:r>
            <a:r>
              <a:rPr sz="2000" spc="-8" dirty="0" err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sz="2000" spc="-8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zac</a:t>
            </a:r>
            <a:r>
              <a:rPr sz="2000" spc="-11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ones</a:t>
            </a:r>
            <a:r>
              <a:rPr sz="2000" spc="38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gráficos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 de las</a:t>
            </a:r>
            <a:r>
              <a:rPr sz="2000" spc="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sz="2000" spc="-8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stintas distri</a:t>
            </a:r>
            <a:r>
              <a:rPr sz="2000" spc="-8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uci</a:t>
            </a:r>
            <a:r>
              <a:rPr sz="2000" spc="-8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nes</a:t>
            </a:r>
            <a:r>
              <a:rPr sz="2000" spc="3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de datos.</a:t>
            </a:r>
          </a:p>
          <a:p>
            <a:pPr marL="342900" indent="-342900">
              <a:lnSpc>
                <a:spcPts val="3000"/>
              </a:lnSpc>
              <a:spcBef>
                <a:spcPts val="35"/>
              </a:spcBef>
              <a:buFont typeface="Arial" panose="020B0604020202020204" pitchFamily="34" charset="0"/>
              <a:buChar char="•"/>
            </a:pP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2425" indent="-342900" algn="just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sz="2000" b="1" spc="-15" dirty="0">
                <a:latin typeface="Arial" panose="020B0604020202020204" pitchFamily="34" charset="0"/>
                <a:cs typeface="Arial" panose="020B0604020202020204" pitchFamily="34" charset="0"/>
              </a:rPr>
              <a:t>pandas:</a:t>
            </a:r>
            <a:r>
              <a:rPr sz="2000" b="1" spc="26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Esta es </a:t>
            </a:r>
            <a:r>
              <a:rPr sz="2000" spc="-11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2000" spc="8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sz="2000" spc="-8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brer</a:t>
            </a:r>
            <a:r>
              <a:rPr sz="2000" spc="4" dirty="0">
                <a:latin typeface="Arial" panose="020B0604020202020204" pitchFamily="34" charset="0"/>
                <a:cs typeface="Arial" panose="020B0604020202020204" pitchFamily="34" charset="0"/>
              </a:rPr>
              <a:t>í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2000" spc="8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más p</a:t>
            </a:r>
            <a:r>
              <a:rPr sz="2000" spc="-8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pu</a:t>
            </a:r>
            <a:r>
              <a:rPr sz="2000" spc="-8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ar</a:t>
            </a:r>
            <a:r>
              <a:rPr sz="2000" spc="19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para aná</a:t>
            </a:r>
            <a:r>
              <a:rPr sz="2000" spc="-8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sz="2000" spc="-8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sz="2000" spc="26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de datos y 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fin</a:t>
            </a:r>
            <a:r>
              <a:rPr sz="2000" spc="-8" dirty="0" err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nci</a:t>
            </a:r>
            <a:r>
              <a:rPr sz="2000" spc="-8" dirty="0" err="1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ros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sz="2000" spc="-8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see</a:t>
            </a:r>
            <a:r>
              <a:rPr sz="2000" spc="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2000" spc="-8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sz="2000" spc="-8" dirty="0"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sz="2000" spc="-8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sz="2000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func</a:t>
            </a:r>
            <a:r>
              <a:rPr sz="2000" spc="-8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sz="2000" spc="-8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es</a:t>
            </a:r>
            <a:r>
              <a:rPr sz="2000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muy</a:t>
            </a:r>
            <a:r>
              <a:rPr sz="2000" spc="-8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úti</a:t>
            </a:r>
            <a:r>
              <a:rPr sz="2000" spc="-8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es</a:t>
            </a:r>
            <a:r>
              <a:rPr sz="2000" spc="8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sz="2000" spc="-8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ra re</a:t>
            </a:r>
            <a:r>
              <a:rPr sz="2000" spc="-8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sz="2000" spc="-8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zar</a:t>
            </a:r>
            <a:r>
              <a:rPr sz="2000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esta</a:t>
            </a:r>
            <a:r>
              <a:rPr sz="2000" spc="-8" dirty="0" err="1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ística</a:t>
            </a:r>
            <a:r>
              <a:rPr sz="2000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sz="2000" spc="-8" dirty="0" err="1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scri</a:t>
            </a:r>
            <a:r>
              <a:rPr sz="2000" spc="-8" dirty="0" err="1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tiva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7343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66A03-4F89-2B4B-2067-5989982E4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48979827-D96F-99B3-063B-6AC061129C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66800" y="116632"/>
            <a:ext cx="7010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s-ES_tradnl" sz="48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Matplotlib</a:t>
            </a:r>
            <a:endParaRPr lang="es-ES_tradnl" sz="48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2" name="object 4">
            <a:extLst>
              <a:ext uri="{FF2B5EF4-FFF2-40B4-BE49-F238E27FC236}">
                <a16:creationId xmlns:a16="http://schemas.microsoft.com/office/drawing/2014/main" id="{90092276-622F-ABDF-170E-05BB2F164FE8}"/>
              </a:ext>
            </a:extLst>
          </p:cNvPr>
          <p:cNvSpPr txBox="1">
            <a:spLocks/>
          </p:cNvSpPr>
          <p:nvPr/>
        </p:nvSpPr>
        <p:spPr>
          <a:xfrm>
            <a:off x="342900" y="1772816"/>
            <a:ext cx="8218456" cy="22513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49116" indent="0">
              <a:lnSpc>
                <a:spcPct val="150000"/>
              </a:lnSpc>
              <a:spcBef>
                <a:spcPts val="0"/>
              </a:spcBef>
              <a:buClr>
                <a:srgbClr val="1286C3"/>
              </a:buClr>
              <a:buSzPct val="145312"/>
              <a:buNone/>
              <a:tabLst>
                <a:tab pos="764381" algn="l"/>
                <a:tab pos="2184559" algn="l"/>
                <a:tab pos="2571274" algn="l"/>
                <a:tab pos="3150394" algn="l"/>
                <a:tab pos="4502944" algn="l"/>
                <a:tab pos="5083493" algn="l"/>
                <a:tab pos="6190298" algn="l"/>
                <a:tab pos="6519386" algn="l"/>
              </a:tabLst>
            </a:pPr>
            <a:r>
              <a:rPr lang="es-MX" sz="2000" b="1" dirty="0" err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</a:t>
            </a:r>
            <a:r>
              <a:rPr lang="es-MX" sz="2000" b="1" spc="-15" dirty="0" err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s-MX" sz="2000" b="1" dirty="0" err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plot</a:t>
            </a:r>
            <a:r>
              <a:rPr lang="es-MX" sz="2000" b="1" spc="-15" dirty="0" err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MX" sz="2000" b="1" spc="-11" dirty="0" err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s-MX" sz="2000" b="1" dirty="0" err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s-MX" sz="20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es una bibliot</a:t>
            </a:r>
            <a:r>
              <a:rPr lang="es-MX" sz="2000" b="1" spc="-15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s-MX" sz="2000" b="1" spc="-4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s-MX" sz="20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s-MX" sz="2000" b="1" spc="-4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</a:t>
            </a:r>
            <a:r>
              <a:rPr lang="es-MX" sz="20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 pe</a:t>
            </a:r>
            <a:r>
              <a:rPr lang="es-MX" sz="2000" b="1" spc="-8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s-MX" sz="20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mite </a:t>
            </a:r>
            <a:r>
              <a:rPr lang="es-MX" sz="2000" b="1" spc="-1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MX" sz="20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gen</a:t>
            </a:r>
            <a:r>
              <a:rPr lang="es-MX" sz="2000" b="1" spc="-8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s-MX" sz="20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</a:t>
            </a:r>
            <a:r>
              <a:rPr lang="es-MX" sz="2000" b="1" spc="-15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s-MX" sz="20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ión </a:t>
            </a:r>
            <a:r>
              <a:rPr lang="es-MX" sz="2000" b="1" spc="-4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s-MX" sz="20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s-MX" sz="2000" b="1" spc="-1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20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grá</a:t>
            </a:r>
            <a:r>
              <a:rPr lang="es-MX" sz="2000" b="1" spc="4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MX" sz="20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ic</a:t>
            </a:r>
            <a:r>
              <a:rPr lang="es-MX" sz="2000" b="1" spc="4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MX" sz="20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s-MX" sz="2000" b="1" spc="-26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20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MX" sz="2000" b="1" spc="-1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20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partir</a:t>
            </a:r>
            <a:r>
              <a:rPr lang="es-MX" sz="2000" b="1" spc="-15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20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lang="es-MX" sz="2000" b="1" spc="-4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conjunto</a:t>
            </a:r>
            <a:r>
              <a:rPr lang="es-MX" sz="20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s-MX" sz="2000" b="1" spc="8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2000" b="1" spc="-4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s-MX" sz="20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s-MX" sz="2000" b="1" spc="-1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20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datos</a:t>
            </a:r>
          </a:p>
          <a:p>
            <a:pPr marL="1106805" lvl="1" indent="-214789">
              <a:lnSpc>
                <a:spcPct val="150000"/>
              </a:lnSpc>
              <a:spcBef>
                <a:spcPts val="0"/>
              </a:spcBef>
              <a:buClr>
                <a:srgbClr val="1286C3"/>
              </a:buClr>
              <a:buSzPct val="144642"/>
              <a:buFont typeface="Arial"/>
              <a:buChar char="•"/>
              <a:tabLst>
                <a:tab pos="1107281" algn="l"/>
              </a:tabLst>
            </a:pPr>
            <a:r>
              <a:rPr lang="es-MX" sz="2000" spc="-11" dirty="0">
                <a:latin typeface="Arial" panose="020B0604020202020204" pitchFamily="34" charset="0"/>
                <a:cs typeface="Arial" panose="020B0604020202020204" pitchFamily="34" charset="0"/>
              </a:rPr>
              <a:t>Se</a:t>
            </a:r>
            <a:r>
              <a:rPr lang="es-MX" sz="2000" spc="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2000" spc="-11" dirty="0">
                <a:latin typeface="Arial" panose="020B0604020202020204" pitchFamily="34" charset="0"/>
                <a:cs typeface="Arial" panose="020B0604020202020204" pitchFamily="34" charset="0"/>
              </a:rPr>
              <a:t>parece</a:t>
            </a: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2000" spc="-15" dirty="0">
                <a:latin typeface="Arial" panose="020B0604020202020204" pitchFamily="34" charset="0"/>
                <a:cs typeface="Arial" panose="020B0604020202020204" pitchFamily="34" charset="0"/>
              </a:rPr>
              <a:t>mucho</a:t>
            </a:r>
            <a:r>
              <a:rPr lang="es-MX" sz="2000" spc="-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2000" spc="-1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2000" spc="-11" dirty="0"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lang="es-MX" sz="2000" spc="8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2000" spc="-11" dirty="0">
                <a:latin typeface="Arial" panose="020B0604020202020204" pitchFamily="34" charset="0"/>
                <a:cs typeface="Arial" panose="020B0604020202020204" pitchFamily="34" charset="0"/>
              </a:rPr>
              <a:t>manera</a:t>
            </a:r>
            <a:r>
              <a:rPr lang="es-MX" sz="2000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2000" spc="-11" dirty="0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s-MX" sz="2000" spc="-8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2000" spc="-11" dirty="0"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lang="es-MX" sz="2000" spc="8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2000" spc="-15" dirty="0">
                <a:latin typeface="Arial" panose="020B0604020202020204" pitchFamily="34" charset="0"/>
                <a:cs typeface="Arial" panose="020B0604020202020204" pitchFamily="34" charset="0"/>
              </a:rPr>
              <a:t>qu</a:t>
            </a:r>
            <a:r>
              <a:rPr lang="es-MX" sz="2000" spc="-11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2000" spc="-15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s-MX" sz="2000" spc="-11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2000" spc="-11" dirty="0">
                <a:latin typeface="Arial" panose="020B0604020202020204" pitchFamily="34" charset="0"/>
                <a:cs typeface="Arial" panose="020B0604020202020204" pitchFamily="34" charset="0"/>
              </a:rPr>
              <a:t>grafica</a:t>
            </a:r>
            <a:r>
              <a:rPr lang="es-MX" sz="2000" spc="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2000" spc="-11" dirty="0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s-MX" sz="2000" spc="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2000" spc="-11" dirty="0">
                <a:latin typeface="Arial" panose="020B0604020202020204" pitchFamily="34" charset="0"/>
                <a:cs typeface="Arial" panose="020B0604020202020204" pitchFamily="34" charset="0"/>
              </a:rPr>
              <a:t>Matl</a:t>
            </a:r>
            <a:r>
              <a:rPr lang="es-MX" sz="2000" spc="-19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MX" sz="2000" spc="-1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es-MX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06805" lvl="1" indent="-214789">
              <a:lnSpc>
                <a:spcPct val="150000"/>
              </a:lnSpc>
              <a:spcBef>
                <a:spcPts val="0"/>
              </a:spcBef>
              <a:buClr>
                <a:srgbClr val="1286C3"/>
              </a:buClr>
              <a:buSzPct val="144642"/>
              <a:buFont typeface="Arial"/>
              <a:buChar char="•"/>
              <a:tabLst>
                <a:tab pos="1107281" algn="l"/>
              </a:tabLst>
            </a:pPr>
            <a:r>
              <a:rPr lang="es-MX" sz="2000" spc="-15" dirty="0">
                <a:latin typeface="Arial" panose="020B0604020202020204" pitchFamily="34" charset="0"/>
                <a:cs typeface="Arial" panose="020B0604020202020204" pitchFamily="34" charset="0"/>
              </a:rPr>
              <a:t>Tien</a:t>
            </a:r>
            <a:r>
              <a:rPr lang="es-MX" sz="2000" spc="-11" dirty="0">
                <a:latin typeface="Arial" panose="020B0604020202020204" pitchFamily="34" charset="0"/>
                <a:cs typeface="Arial" panose="020B0604020202020204" pitchFamily="34" charset="0"/>
              </a:rPr>
              <a:t>e </a:t>
            </a:r>
            <a:r>
              <a:rPr lang="es-MX" sz="2000" spc="-15" dirty="0">
                <a:latin typeface="Arial" panose="020B0604020202020204" pitchFamily="34" charset="0"/>
                <a:cs typeface="Arial" panose="020B0604020202020204" pitchFamily="34" charset="0"/>
              </a:rPr>
              <a:t>muchos</a:t>
            </a:r>
            <a:r>
              <a:rPr lang="es-MX" sz="2000" spc="8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2000" spc="-15" dirty="0">
                <a:latin typeface="Arial" panose="020B0604020202020204" pitchFamily="34" charset="0"/>
                <a:cs typeface="Arial" panose="020B0604020202020204" pitchFamily="34" charset="0"/>
              </a:rPr>
              <a:t>tipo</a:t>
            </a:r>
            <a:r>
              <a:rPr lang="es-MX" sz="2000" spc="-11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s-MX" sz="2000" spc="8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2000" spc="-11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lang="es-MX" sz="2000" spc="-8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2000" spc="-11" dirty="0">
                <a:latin typeface="Arial" panose="020B0604020202020204" pitchFamily="34" charset="0"/>
                <a:cs typeface="Arial" panose="020B0604020202020204" pitchFamily="34" charset="0"/>
              </a:rPr>
              <a:t>gráfic</a:t>
            </a:r>
            <a:r>
              <a:rPr lang="es-MX" sz="2000" spc="-23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</a:p>
          <a:p>
            <a:pPr marL="1106805" lvl="1" indent="-214789">
              <a:lnSpc>
                <a:spcPct val="150000"/>
              </a:lnSpc>
              <a:spcBef>
                <a:spcPts val="0"/>
              </a:spcBef>
              <a:buClr>
                <a:srgbClr val="1286C3"/>
              </a:buClr>
              <a:buSzPct val="144642"/>
              <a:buFont typeface="Arial"/>
              <a:buChar char="•"/>
              <a:tabLst>
                <a:tab pos="1107281" algn="l"/>
              </a:tabLst>
            </a:pPr>
            <a:r>
              <a:rPr lang="es-MX" sz="2000" spc="-15" dirty="0">
                <a:latin typeface="Arial" panose="020B0604020202020204" pitchFamily="34" charset="0"/>
                <a:cs typeface="Arial" panose="020B0604020202020204" pitchFamily="34" charset="0"/>
              </a:rPr>
              <a:t>Tien</a:t>
            </a:r>
            <a:r>
              <a:rPr lang="es-MX" sz="2000" spc="-11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s-MX" sz="2000" spc="-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2000" spc="-11" dirty="0">
                <a:latin typeface="Arial" panose="020B0604020202020204" pitchFamily="34" charset="0"/>
                <a:cs typeface="Arial" panose="020B0604020202020204" pitchFamily="34" charset="0"/>
              </a:rPr>
              <a:t>muchas</a:t>
            </a:r>
            <a:r>
              <a:rPr lang="es-MX" sz="2000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2000" spc="-15" dirty="0">
                <a:latin typeface="Arial" panose="020B0604020202020204" pitchFamily="34" charset="0"/>
                <a:cs typeface="Arial" panose="020B0604020202020204" pitchFamily="34" charset="0"/>
              </a:rPr>
              <a:t>configuracione</a:t>
            </a:r>
            <a:r>
              <a:rPr lang="es-MX" sz="2000" spc="-11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s-MX" sz="2000" spc="23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2000" spc="-11" dirty="0">
                <a:latin typeface="Arial" panose="020B0604020202020204" pitchFamily="34" charset="0"/>
                <a:cs typeface="Arial" panose="020B0604020202020204" pitchFamily="34" charset="0"/>
              </a:rPr>
              <a:t>para</a:t>
            </a:r>
            <a:r>
              <a:rPr lang="es-MX" sz="2000" spc="8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2000" spc="-11" dirty="0">
                <a:latin typeface="Arial" panose="020B0604020202020204" pitchFamily="34" charset="0"/>
                <a:cs typeface="Arial" panose="020B0604020202020204" pitchFamily="34" charset="0"/>
              </a:rPr>
              <a:t>personalizar</a:t>
            </a:r>
            <a:r>
              <a:rPr lang="es-MX" sz="2000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2000" spc="-11" dirty="0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2000" spc="-11" dirty="0">
                <a:latin typeface="Arial" panose="020B0604020202020204" pitchFamily="34" charset="0"/>
                <a:cs typeface="Arial" panose="020B0604020202020204" pitchFamily="34" charset="0"/>
              </a:rPr>
              <a:t>despliegue</a:t>
            </a:r>
            <a:endParaRPr lang="es-MX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39C76152-0C22-0B8B-9454-6369D83488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0072" y="4293095"/>
            <a:ext cx="2736304" cy="2049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1489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7D069-1E61-1547-12F8-7A77D68C6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>
            <a:extLst>
              <a:ext uri="{FF2B5EF4-FFF2-40B4-BE49-F238E27FC236}">
                <a16:creationId xmlns:a16="http://schemas.microsoft.com/office/drawing/2014/main" id="{03896082-6C73-720F-DC2E-F5E4C37E4C03}"/>
              </a:ext>
            </a:extLst>
          </p:cNvPr>
          <p:cNvSpPr txBox="1"/>
          <p:nvPr/>
        </p:nvSpPr>
        <p:spPr>
          <a:xfrm>
            <a:off x="8561356" y="5528169"/>
            <a:ext cx="67628" cy="1154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/>
            <a:r>
              <a:rPr sz="750" spc="-8" dirty="0">
                <a:latin typeface="Corbel"/>
                <a:cs typeface="Corbel"/>
              </a:rPr>
              <a:t>2</a:t>
            </a:r>
            <a:endParaRPr sz="750">
              <a:latin typeface="Corbel"/>
              <a:cs typeface="Corbel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8E2B1D31-F8C3-3747-315A-374894B038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66800" y="116632"/>
            <a:ext cx="7010400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ES_tradnl" sz="4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Importando las </a:t>
            </a:r>
            <a:r>
              <a:rPr lang="es-ES_tradnl" sz="48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librerias</a:t>
            </a:r>
            <a:endParaRPr lang="es-ES_tradnl" sz="48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FE202666-5A1F-4918-4861-CCB0FB3B13EB}"/>
              </a:ext>
            </a:extLst>
          </p:cNvPr>
          <p:cNvSpPr txBox="1"/>
          <p:nvPr/>
        </p:nvSpPr>
        <p:spPr>
          <a:xfrm>
            <a:off x="1187624" y="1742569"/>
            <a:ext cx="3342323" cy="8181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/>
            <a:r>
              <a:rPr sz="2100" spc="-19" dirty="0">
                <a:latin typeface="Corbel"/>
                <a:cs typeface="Corbel"/>
              </a:rPr>
              <a:t>Co</a:t>
            </a:r>
            <a:r>
              <a:rPr sz="2100" spc="-15" dirty="0">
                <a:latin typeface="Corbel"/>
                <a:cs typeface="Corbel"/>
              </a:rPr>
              <a:t>loc</a:t>
            </a:r>
            <a:r>
              <a:rPr sz="2100" spc="-19" dirty="0">
                <a:latin typeface="Corbel"/>
                <a:cs typeface="Corbel"/>
              </a:rPr>
              <a:t>a</a:t>
            </a:r>
            <a:r>
              <a:rPr sz="2100" spc="-8" dirty="0">
                <a:latin typeface="Corbel"/>
                <a:cs typeface="Corbel"/>
              </a:rPr>
              <a:t>r</a:t>
            </a:r>
            <a:r>
              <a:rPr sz="2100" spc="8" dirty="0">
                <a:latin typeface="Corbel"/>
                <a:cs typeface="Corbel"/>
              </a:rPr>
              <a:t> </a:t>
            </a:r>
            <a:r>
              <a:rPr sz="2100" spc="-11" dirty="0">
                <a:latin typeface="Corbel"/>
                <a:cs typeface="Corbel"/>
              </a:rPr>
              <a:t>al</a:t>
            </a:r>
            <a:r>
              <a:rPr sz="2100" spc="4" dirty="0">
                <a:latin typeface="Corbel"/>
                <a:cs typeface="Corbel"/>
              </a:rPr>
              <a:t> </a:t>
            </a:r>
            <a:r>
              <a:rPr sz="2100" spc="-11" dirty="0">
                <a:latin typeface="Corbel"/>
                <a:cs typeface="Corbel"/>
              </a:rPr>
              <a:t>inicio</a:t>
            </a:r>
            <a:r>
              <a:rPr sz="2100" spc="-4" dirty="0">
                <a:latin typeface="Corbel"/>
                <a:cs typeface="Corbel"/>
              </a:rPr>
              <a:t> </a:t>
            </a:r>
            <a:r>
              <a:rPr sz="2100" spc="-11" dirty="0">
                <a:latin typeface="Corbel"/>
                <a:cs typeface="Corbel"/>
              </a:rPr>
              <a:t>del</a:t>
            </a:r>
            <a:r>
              <a:rPr sz="2100" spc="-4" dirty="0">
                <a:latin typeface="Corbel"/>
                <a:cs typeface="Corbel"/>
              </a:rPr>
              <a:t> </a:t>
            </a:r>
            <a:r>
              <a:rPr sz="2100" spc="-11" dirty="0">
                <a:latin typeface="Corbel"/>
                <a:cs typeface="Corbel"/>
              </a:rPr>
              <a:t>progra</a:t>
            </a:r>
            <a:r>
              <a:rPr sz="2100" spc="-30" dirty="0">
                <a:latin typeface="Corbel"/>
                <a:cs typeface="Corbel"/>
              </a:rPr>
              <a:t>m</a:t>
            </a:r>
            <a:r>
              <a:rPr sz="2100" spc="-11" dirty="0">
                <a:latin typeface="Corbel"/>
                <a:cs typeface="Corbel"/>
              </a:rPr>
              <a:t>a:</a:t>
            </a:r>
            <a:endParaRPr sz="2100" dirty="0">
              <a:latin typeface="Corbel"/>
              <a:cs typeface="Corbel"/>
            </a:endParaRPr>
          </a:p>
          <a:p>
            <a:pPr marL="9525">
              <a:spcBef>
                <a:spcPts val="1695"/>
              </a:spcBef>
            </a:pPr>
            <a:r>
              <a:rPr spc="-15" dirty="0">
                <a:latin typeface="Corbel"/>
                <a:cs typeface="Corbel"/>
              </a:rPr>
              <a:t>Par</a:t>
            </a:r>
            <a:r>
              <a:rPr spc="-11" dirty="0">
                <a:latin typeface="Corbel"/>
                <a:cs typeface="Corbel"/>
              </a:rPr>
              <a:t>a</a:t>
            </a:r>
            <a:r>
              <a:rPr spc="4" dirty="0">
                <a:latin typeface="Corbel"/>
                <a:cs typeface="Corbel"/>
              </a:rPr>
              <a:t> </a:t>
            </a:r>
            <a:r>
              <a:rPr spc="-15" dirty="0">
                <a:latin typeface="Corbel"/>
                <a:cs typeface="Corbel"/>
              </a:rPr>
              <a:t>nump</a:t>
            </a:r>
            <a:r>
              <a:rPr spc="-8" dirty="0">
                <a:latin typeface="Corbel"/>
                <a:cs typeface="Corbel"/>
              </a:rPr>
              <a:t>y</a:t>
            </a:r>
            <a:r>
              <a:rPr dirty="0">
                <a:latin typeface="Corbel"/>
                <a:cs typeface="Corbel"/>
              </a:rPr>
              <a:t>:</a:t>
            </a: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D97D9038-6223-498A-DA55-7888DA917844}"/>
              </a:ext>
            </a:extLst>
          </p:cNvPr>
          <p:cNvSpPr txBox="1"/>
          <p:nvPr/>
        </p:nvSpPr>
        <p:spPr>
          <a:xfrm>
            <a:off x="1187624" y="3355940"/>
            <a:ext cx="153733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/>
            <a:r>
              <a:rPr spc="-15" dirty="0">
                <a:latin typeface="Corbel"/>
                <a:cs typeface="Corbel"/>
              </a:rPr>
              <a:t>Par</a:t>
            </a:r>
            <a:r>
              <a:rPr spc="-11" dirty="0">
                <a:latin typeface="Corbel"/>
                <a:cs typeface="Corbel"/>
              </a:rPr>
              <a:t>a</a:t>
            </a:r>
            <a:r>
              <a:rPr spc="4" dirty="0">
                <a:latin typeface="Corbel"/>
                <a:cs typeface="Corbel"/>
              </a:rPr>
              <a:t> </a:t>
            </a:r>
            <a:r>
              <a:rPr spc="-15" dirty="0">
                <a:latin typeface="Corbel"/>
                <a:cs typeface="Corbel"/>
              </a:rPr>
              <a:t>Mat</a:t>
            </a:r>
            <a:r>
              <a:rPr spc="-11" dirty="0">
                <a:latin typeface="Corbel"/>
                <a:cs typeface="Corbel"/>
              </a:rPr>
              <a:t>p</a:t>
            </a:r>
            <a:r>
              <a:rPr spc="-15" dirty="0">
                <a:latin typeface="Corbel"/>
                <a:cs typeface="Corbel"/>
              </a:rPr>
              <a:t>l</a:t>
            </a:r>
            <a:r>
              <a:rPr spc="-4" dirty="0">
                <a:latin typeface="Corbel"/>
                <a:cs typeface="Corbel"/>
              </a:rPr>
              <a:t>otl</a:t>
            </a:r>
            <a:r>
              <a:rPr spc="-8" dirty="0">
                <a:latin typeface="Corbel"/>
                <a:cs typeface="Corbel"/>
              </a:rPr>
              <a:t>ib:</a:t>
            </a:r>
            <a:endParaRPr>
              <a:latin typeface="Corbel"/>
              <a:cs typeface="Corbel"/>
            </a:endParaRPr>
          </a:p>
        </p:txBody>
      </p:sp>
      <p:sp>
        <p:nvSpPr>
          <p:cNvPr id="10" name="object 6">
            <a:extLst>
              <a:ext uri="{FF2B5EF4-FFF2-40B4-BE49-F238E27FC236}">
                <a16:creationId xmlns:a16="http://schemas.microsoft.com/office/drawing/2014/main" id="{FAF26DE7-2B09-ADCE-9664-A760A3577E1D}"/>
              </a:ext>
            </a:extLst>
          </p:cNvPr>
          <p:cNvSpPr txBox="1"/>
          <p:nvPr/>
        </p:nvSpPr>
        <p:spPr>
          <a:xfrm>
            <a:off x="1187624" y="4453505"/>
            <a:ext cx="1236821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/>
            <a:r>
              <a:rPr spc="-15" dirty="0">
                <a:latin typeface="Corbel"/>
                <a:cs typeface="Corbel"/>
              </a:rPr>
              <a:t>Par</a:t>
            </a:r>
            <a:r>
              <a:rPr spc="-11" dirty="0">
                <a:latin typeface="Corbel"/>
                <a:cs typeface="Corbel"/>
              </a:rPr>
              <a:t>a</a:t>
            </a:r>
            <a:r>
              <a:rPr spc="4" dirty="0">
                <a:latin typeface="Corbel"/>
                <a:cs typeface="Corbel"/>
              </a:rPr>
              <a:t> </a:t>
            </a:r>
            <a:r>
              <a:rPr spc="-11" dirty="0">
                <a:latin typeface="Corbel"/>
                <a:cs typeface="Corbel"/>
              </a:rPr>
              <a:t>pa</a:t>
            </a:r>
            <a:r>
              <a:rPr spc="-19" dirty="0">
                <a:latin typeface="Corbel"/>
                <a:cs typeface="Corbel"/>
              </a:rPr>
              <a:t>n</a:t>
            </a:r>
            <a:r>
              <a:rPr spc="-11" dirty="0">
                <a:latin typeface="Corbel"/>
                <a:cs typeface="Corbel"/>
              </a:rPr>
              <a:t>das:</a:t>
            </a:r>
            <a:endParaRPr>
              <a:latin typeface="Corbel"/>
              <a:cs typeface="Corbel"/>
            </a:endParaRPr>
          </a:p>
        </p:txBody>
      </p:sp>
      <p:sp>
        <p:nvSpPr>
          <p:cNvPr id="12" name="object 7">
            <a:extLst>
              <a:ext uri="{FF2B5EF4-FFF2-40B4-BE49-F238E27FC236}">
                <a16:creationId xmlns:a16="http://schemas.microsoft.com/office/drawing/2014/main" id="{1E822AEA-3E3C-CA2A-1550-05DCFA0B98F0}"/>
              </a:ext>
            </a:extLst>
          </p:cNvPr>
          <p:cNvSpPr/>
          <p:nvPr/>
        </p:nvSpPr>
        <p:spPr>
          <a:xfrm>
            <a:off x="2532649" y="2650590"/>
            <a:ext cx="2376297" cy="48691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4" name="object 8">
            <a:extLst>
              <a:ext uri="{FF2B5EF4-FFF2-40B4-BE49-F238E27FC236}">
                <a16:creationId xmlns:a16="http://schemas.microsoft.com/office/drawing/2014/main" id="{098BDD6B-89DF-CEEE-4606-67FF3942F43E}"/>
              </a:ext>
            </a:extLst>
          </p:cNvPr>
          <p:cNvSpPr/>
          <p:nvPr/>
        </p:nvSpPr>
        <p:spPr>
          <a:xfrm>
            <a:off x="2532649" y="3871314"/>
            <a:ext cx="4050792" cy="41605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6" name="object 9">
            <a:extLst>
              <a:ext uri="{FF2B5EF4-FFF2-40B4-BE49-F238E27FC236}">
                <a16:creationId xmlns:a16="http://schemas.microsoft.com/office/drawing/2014/main" id="{F124BA85-3D52-66A1-10F7-A0720DE18D4E}"/>
              </a:ext>
            </a:extLst>
          </p:cNvPr>
          <p:cNvSpPr/>
          <p:nvPr/>
        </p:nvSpPr>
        <p:spPr>
          <a:xfrm>
            <a:off x="2532649" y="4818861"/>
            <a:ext cx="2691765" cy="55435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</p:spTree>
    <p:extLst>
      <p:ext uri="{BB962C8B-B14F-4D97-AF65-F5344CB8AC3E}">
        <p14:creationId xmlns:p14="http://schemas.microsoft.com/office/powerpoint/2010/main" val="41185209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823734-8250-466C-3491-22CF63386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>
            <a:extLst>
              <a:ext uri="{FF2B5EF4-FFF2-40B4-BE49-F238E27FC236}">
                <a16:creationId xmlns:a16="http://schemas.microsoft.com/office/drawing/2014/main" id="{698A3F2D-6B0C-30F8-534E-19B32E1C3F3D}"/>
              </a:ext>
            </a:extLst>
          </p:cNvPr>
          <p:cNvSpPr txBox="1"/>
          <p:nvPr/>
        </p:nvSpPr>
        <p:spPr>
          <a:xfrm>
            <a:off x="8561356" y="5528169"/>
            <a:ext cx="67628" cy="1154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/>
            <a:r>
              <a:rPr sz="750" spc="-8" dirty="0">
                <a:latin typeface="Corbel"/>
                <a:cs typeface="Corbel"/>
              </a:rPr>
              <a:t>2</a:t>
            </a:r>
            <a:endParaRPr sz="750">
              <a:latin typeface="Corbel"/>
              <a:cs typeface="Corbel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20AEB5A1-AA02-2E59-8D31-3875B312D2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66800" y="188640"/>
            <a:ext cx="7010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s-ES_tradnl" sz="4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Listas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0AF0BC20-BAEF-FE00-3027-08EC746C6182}"/>
              </a:ext>
            </a:extLst>
          </p:cNvPr>
          <p:cNvSpPr txBox="1"/>
          <p:nvPr/>
        </p:nvSpPr>
        <p:spPr>
          <a:xfrm>
            <a:off x="1187624" y="1628800"/>
            <a:ext cx="7010400" cy="25434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>
              <a:lnSpc>
                <a:spcPct val="150000"/>
              </a:lnSpc>
            </a:pPr>
            <a:r>
              <a:rPr sz="2400" spc="-49" dirty="0">
                <a:latin typeface="Corbel"/>
                <a:cs typeface="Corbel"/>
              </a:rPr>
              <a:t>R</a:t>
            </a:r>
            <a:r>
              <a:rPr sz="2400" dirty="0">
                <a:latin typeface="Corbel"/>
                <a:cs typeface="Corbel"/>
              </a:rPr>
              <a:t>ecorde</a:t>
            </a:r>
            <a:r>
              <a:rPr sz="2400" spc="-15" dirty="0">
                <a:latin typeface="Corbel"/>
                <a:cs typeface="Corbel"/>
              </a:rPr>
              <a:t>m</a:t>
            </a:r>
            <a:r>
              <a:rPr sz="2400" spc="-4" dirty="0">
                <a:latin typeface="Corbel"/>
                <a:cs typeface="Corbel"/>
              </a:rPr>
              <a:t>o</a:t>
            </a:r>
            <a:r>
              <a:rPr sz="2400" dirty="0">
                <a:latin typeface="Corbel"/>
                <a:cs typeface="Corbel"/>
              </a:rPr>
              <a:t>s </a:t>
            </a:r>
            <a:r>
              <a:rPr sz="2400" spc="-8" dirty="0">
                <a:latin typeface="Corbel"/>
                <a:cs typeface="Corbel"/>
              </a:rPr>
              <a:t>u</a:t>
            </a:r>
            <a:r>
              <a:rPr sz="2400" spc="-4" dirty="0">
                <a:latin typeface="Corbel"/>
                <a:cs typeface="Corbel"/>
              </a:rPr>
              <a:t>n</a:t>
            </a:r>
            <a:r>
              <a:rPr sz="2400" dirty="0">
                <a:latin typeface="Corbel"/>
                <a:cs typeface="Corbel"/>
              </a:rPr>
              <a:t>a lista</a:t>
            </a:r>
            <a:r>
              <a:rPr sz="2400" spc="-19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puede</a:t>
            </a:r>
            <a:r>
              <a:rPr sz="2400" spc="-15" dirty="0">
                <a:latin typeface="Corbel"/>
                <a:cs typeface="Corbel"/>
              </a:rPr>
              <a:t> </a:t>
            </a:r>
            <a:r>
              <a:rPr sz="2400" spc="-4" dirty="0">
                <a:latin typeface="Corbel"/>
                <a:cs typeface="Corbel"/>
              </a:rPr>
              <a:t>ser:</a:t>
            </a:r>
            <a:endParaRPr sz="2400" dirty="0">
              <a:latin typeface="Corbel"/>
              <a:cs typeface="Corbel"/>
            </a:endParaRPr>
          </a:p>
          <a:p>
            <a:pPr marL="70009">
              <a:lnSpc>
                <a:spcPct val="150000"/>
              </a:lnSpc>
              <a:spcBef>
                <a:spcPts val="1024"/>
              </a:spcBef>
            </a:pPr>
            <a:r>
              <a:rPr sz="2400" b="1" dirty="0">
                <a:solidFill>
                  <a:schemeClr val="accent6">
                    <a:lumMod val="75000"/>
                  </a:schemeClr>
                </a:solidFill>
                <a:latin typeface="Corbel"/>
                <a:cs typeface="Corbel"/>
              </a:rPr>
              <a:t>[a, 1,30,</a:t>
            </a:r>
            <a:r>
              <a:rPr sz="2400" b="1" spc="8" dirty="0">
                <a:solidFill>
                  <a:schemeClr val="accent6">
                    <a:lumMod val="75000"/>
                  </a:schemeClr>
                </a:solidFill>
                <a:latin typeface="Corbel"/>
                <a:cs typeface="Corbel"/>
              </a:rPr>
              <a:t> </a:t>
            </a:r>
            <a:r>
              <a:rPr lang="es-MX" sz="2400" b="1" dirty="0">
                <a:solidFill>
                  <a:schemeClr val="accent6">
                    <a:lumMod val="75000"/>
                  </a:schemeClr>
                </a:solidFill>
                <a:latin typeface="Corbel"/>
                <a:cs typeface="Corbel"/>
              </a:rPr>
              <a:t>"</a:t>
            </a:r>
            <a:r>
              <a:rPr sz="2400" b="1" dirty="0">
                <a:solidFill>
                  <a:schemeClr val="accent6">
                    <a:lumMod val="75000"/>
                  </a:schemeClr>
                </a:solidFill>
                <a:latin typeface="Corbel"/>
                <a:cs typeface="Corbel"/>
              </a:rPr>
              <a:t>N</a:t>
            </a:r>
            <a:r>
              <a:rPr sz="2400" b="1" spc="-158" dirty="0">
                <a:solidFill>
                  <a:schemeClr val="accent6">
                    <a:lumMod val="75000"/>
                  </a:schemeClr>
                </a:solidFill>
                <a:latin typeface="Corbel"/>
                <a:cs typeface="Corbel"/>
              </a:rPr>
              <a:t>L</a:t>
            </a:r>
            <a:r>
              <a:rPr lang="es-MX" sz="2400" b="1" dirty="0">
                <a:solidFill>
                  <a:schemeClr val="accent6">
                    <a:lumMod val="75000"/>
                  </a:schemeClr>
                </a:solidFill>
                <a:latin typeface="Corbel"/>
                <a:cs typeface="Corbel"/>
              </a:rPr>
              <a:t>"</a:t>
            </a:r>
            <a:r>
              <a:rPr sz="2400" b="1" dirty="0">
                <a:solidFill>
                  <a:schemeClr val="accent6">
                    <a:lumMod val="75000"/>
                  </a:schemeClr>
                </a:solidFill>
                <a:latin typeface="Corbel"/>
                <a:cs typeface="Corbel"/>
              </a:rPr>
              <a:t>,</a:t>
            </a:r>
            <a:r>
              <a:rPr sz="2400" b="1" spc="-23" dirty="0">
                <a:solidFill>
                  <a:schemeClr val="accent6">
                    <a:lumMod val="75000"/>
                  </a:schemeClr>
                </a:solidFill>
                <a:latin typeface="Corbel"/>
                <a:cs typeface="Corbel"/>
              </a:rPr>
              <a:t> </a:t>
            </a:r>
            <a:r>
              <a:rPr sz="2400" b="1" dirty="0">
                <a:solidFill>
                  <a:schemeClr val="accent6">
                    <a:lumMod val="75000"/>
                  </a:schemeClr>
                </a:solidFill>
                <a:latin typeface="Corbel"/>
                <a:cs typeface="Corbel"/>
              </a:rPr>
              <a:t>4</a:t>
            </a:r>
            <a:r>
              <a:rPr sz="2400" b="1" spc="-53" dirty="0">
                <a:solidFill>
                  <a:schemeClr val="accent6">
                    <a:lumMod val="75000"/>
                  </a:schemeClr>
                </a:solidFill>
                <a:latin typeface="Corbel"/>
                <a:cs typeface="Corbel"/>
              </a:rPr>
              <a:t>2</a:t>
            </a:r>
            <a:r>
              <a:rPr sz="2400" b="1" dirty="0">
                <a:solidFill>
                  <a:schemeClr val="accent6">
                    <a:lumMod val="75000"/>
                  </a:schemeClr>
                </a:solidFill>
                <a:latin typeface="Corbel"/>
                <a:cs typeface="Corbel"/>
              </a:rPr>
              <a:t>00</a:t>
            </a:r>
            <a:r>
              <a:rPr sz="2400" b="1" spc="-53" dirty="0">
                <a:solidFill>
                  <a:schemeClr val="accent6">
                    <a:lumMod val="75000"/>
                  </a:schemeClr>
                </a:solidFill>
                <a:latin typeface="Corbel"/>
                <a:cs typeface="Corbel"/>
              </a:rPr>
              <a:t>0</a:t>
            </a:r>
            <a:r>
              <a:rPr sz="2400" b="1" spc="-79" dirty="0">
                <a:solidFill>
                  <a:schemeClr val="accent6">
                    <a:lumMod val="75000"/>
                  </a:schemeClr>
                </a:solidFill>
                <a:latin typeface="Corbel"/>
                <a:cs typeface="Corbel"/>
              </a:rPr>
              <a:t>2</a:t>
            </a:r>
            <a:r>
              <a:rPr sz="2400" b="1" dirty="0">
                <a:solidFill>
                  <a:schemeClr val="accent6">
                    <a:lumMod val="75000"/>
                  </a:schemeClr>
                </a:solidFill>
                <a:latin typeface="Corbel"/>
                <a:cs typeface="Corbel"/>
              </a:rPr>
              <a:t>3,</a:t>
            </a:r>
            <a:r>
              <a:rPr sz="2400" b="1" spc="8" dirty="0">
                <a:solidFill>
                  <a:schemeClr val="accent6">
                    <a:lumMod val="75000"/>
                  </a:schemeClr>
                </a:solidFill>
                <a:latin typeface="Corbel"/>
                <a:cs typeface="Corbel"/>
              </a:rPr>
              <a:t> </a:t>
            </a:r>
            <a:r>
              <a:rPr lang="es-MX" sz="2400" b="1" dirty="0">
                <a:solidFill>
                  <a:schemeClr val="accent6">
                    <a:lumMod val="75000"/>
                  </a:schemeClr>
                </a:solidFill>
                <a:latin typeface="Corbel"/>
                <a:cs typeface="Corbel"/>
              </a:rPr>
              <a:t>"</a:t>
            </a:r>
            <a:r>
              <a:rPr sz="2400" b="1" dirty="0">
                <a:solidFill>
                  <a:schemeClr val="accent6">
                    <a:lumMod val="75000"/>
                  </a:schemeClr>
                </a:solidFill>
                <a:latin typeface="Corbel"/>
                <a:cs typeface="Corbel"/>
              </a:rPr>
              <a:t>F</a:t>
            </a:r>
            <a:r>
              <a:rPr lang="es-MX" sz="2400" b="1" dirty="0">
                <a:solidFill>
                  <a:schemeClr val="accent6">
                    <a:lumMod val="75000"/>
                  </a:schemeClr>
                </a:solidFill>
                <a:latin typeface="Corbel"/>
                <a:cs typeface="Corbel"/>
              </a:rPr>
              <a:t>"</a:t>
            </a:r>
            <a:r>
              <a:rPr sz="2400" b="1" spc="-8" dirty="0">
                <a:solidFill>
                  <a:schemeClr val="accent6">
                    <a:lumMod val="75000"/>
                  </a:schemeClr>
                </a:solidFill>
                <a:latin typeface="Corbel"/>
                <a:cs typeface="Corbel"/>
              </a:rPr>
              <a:t> </a:t>
            </a:r>
            <a:r>
              <a:rPr sz="2400" b="1" dirty="0">
                <a:solidFill>
                  <a:schemeClr val="accent6">
                    <a:lumMod val="75000"/>
                  </a:schemeClr>
                </a:solidFill>
                <a:latin typeface="Corbel"/>
                <a:cs typeface="Corbel"/>
              </a:rPr>
              <a:t>]</a:t>
            </a:r>
          </a:p>
          <a:p>
            <a:pPr marL="9525">
              <a:lnSpc>
                <a:spcPct val="150000"/>
              </a:lnSpc>
              <a:spcBef>
                <a:spcPts val="1024"/>
              </a:spcBef>
              <a:tabLst>
                <a:tab pos="2327434" algn="l"/>
              </a:tabLst>
            </a:pPr>
            <a:r>
              <a:rPr sz="2400" b="1" i="1" spc="-4" dirty="0">
                <a:latin typeface="Corbel"/>
                <a:cs typeface="Corbel"/>
              </a:rPr>
              <a:t>List</a:t>
            </a:r>
            <a:r>
              <a:rPr sz="2400" b="1" i="1" dirty="0">
                <a:latin typeface="Corbel"/>
                <a:cs typeface="Corbel"/>
              </a:rPr>
              <a:t>a de n</a:t>
            </a:r>
            <a:r>
              <a:rPr sz="2400" b="1" i="1" spc="-8" dirty="0">
                <a:latin typeface="Corbel"/>
                <a:cs typeface="Corbel"/>
              </a:rPr>
              <a:t>ú</a:t>
            </a:r>
            <a:r>
              <a:rPr sz="2400" b="1" i="1" dirty="0">
                <a:latin typeface="Corbel"/>
                <a:cs typeface="Corbel"/>
              </a:rPr>
              <a:t>meros	</a:t>
            </a:r>
            <a:r>
              <a:rPr lang="es-ES" sz="2400" b="1" i="1" dirty="0">
                <a:latin typeface="Corbel"/>
                <a:cs typeface="Corbel"/>
              </a:rPr>
              <a:t>= </a:t>
            </a:r>
            <a:r>
              <a:rPr sz="2400" b="1" dirty="0">
                <a:solidFill>
                  <a:srgbClr val="0070C0"/>
                </a:solidFill>
                <a:latin typeface="Corbel"/>
                <a:cs typeface="Corbel"/>
              </a:rPr>
              <a:t>[ </a:t>
            </a:r>
            <a:r>
              <a:rPr sz="2400" b="1" spc="4" dirty="0">
                <a:solidFill>
                  <a:srgbClr val="0070C0"/>
                </a:solidFill>
                <a:latin typeface="Corbel"/>
                <a:cs typeface="Corbel"/>
              </a:rPr>
              <a:t>3</a:t>
            </a:r>
            <a:r>
              <a:rPr sz="2400" b="1" spc="-4" dirty="0">
                <a:solidFill>
                  <a:srgbClr val="0070C0"/>
                </a:solidFill>
                <a:latin typeface="Corbel"/>
                <a:cs typeface="Corbel"/>
              </a:rPr>
              <a:t>1</a:t>
            </a:r>
            <a:r>
              <a:rPr sz="2400" b="1" dirty="0">
                <a:solidFill>
                  <a:srgbClr val="0070C0"/>
                </a:solidFill>
                <a:latin typeface="Corbel"/>
                <a:cs typeface="Corbel"/>
              </a:rPr>
              <a:t>,</a:t>
            </a:r>
            <a:r>
              <a:rPr sz="2400" b="1" spc="-11" dirty="0">
                <a:solidFill>
                  <a:srgbClr val="0070C0"/>
                </a:solidFill>
                <a:latin typeface="Corbel"/>
                <a:cs typeface="Corbel"/>
              </a:rPr>
              <a:t> </a:t>
            </a:r>
            <a:r>
              <a:rPr sz="2400" b="1" spc="-4" dirty="0">
                <a:solidFill>
                  <a:srgbClr val="0070C0"/>
                </a:solidFill>
                <a:latin typeface="Corbel"/>
                <a:cs typeface="Corbel"/>
              </a:rPr>
              <a:t>28</a:t>
            </a:r>
            <a:r>
              <a:rPr sz="2400" b="1" dirty="0">
                <a:solidFill>
                  <a:srgbClr val="0070C0"/>
                </a:solidFill>
                <a:latin typeface="Corbel"/>
                <a:cs typeface="Corbel"/>
              </a:rPr>
              <a:t>, 30]</a:t>
            </a:r>
            <a:endParaRPr sz="2400" dirty="0">
              <a:solidFill>
                <a:srgbClr val="0070C0"/>
              </a:solidFill>
              <a:latin typeface="Corbel"/>
              <a:cs typeface="Corbel"/>
            </a:endParaRPr>
          </a:p>
          <a:p>
            <a:pPr marL="9525">
              <a:lnSpc>
                <a:spcPct val="150000"/>
              </a:lnSpc>
              <a:spcBef>
                <a:spcPts val="1028"/>
              </a:spcBef>
            </a:pPr>
            <a:r>
              <a:rPr sz="2400" b="1" i="1" spc="-4" dirty="0">
                <a:latin typeface="Corbel"/>
                <a:cs typeface="Corbel"/>
              </a:rPr>
              <a:t>List</a:t>
            </a:r>
            <a:r>
              <a:rPr sz="2400" b="1" i="1" dirty="0">
                <a:latin typeface="Corbel"/>
                <a:cs typeface="Corbel"/>
              </a:rPr>
              <a:t>a</a:t>
            </a:r>
            <a:r>
              <a:rPr sz="2400" b="1" i="1" spc="4" dirty="0">
                <a:latin typeface="Corbel"/>
                <a:cs typeface="Corbel"/>
              </a:rPr>
              <a:t> </a:t>
            </a:r>
            <a:r>
              <a:rPr sz="2400" b="1" i="1" dirty="0">
                <a:latin typeface="Corbel"/>
                <a:cs typeface="Corbel"/>
              </a:rPr>
              <a:t>de</a:t>
            </a:r>
            <a:r>
              <a:rPr sz="2400" b="1" i="1" spc="-4" dirty="0">
                <a:latin typeface="Corbel"/>
                <a:cs typeface="Corbel"/>
              </a:rPr>
              <a:t> st</a:t>
            </a:r>
            <a:r>
              <a:rPr sz="2400" b="1" i="1" spc="8" dirty="0">
                <a:latin typeface="Corbel"/>
                <a:cs typeface="Corbel"/>
              </a:rPr>
              <a:t>r</a:t>
            </a:r>
            <a:r>
              <a:rPr sz="2400" b="1" i="1" spc="-4" dirty="0">
                <a:latin typeface="Corbel"/>
                <a:cs typeface="Corbel"/>
              </a:rPr>
              <a:t>in</a:t>
            </a:r>
            <a:r>
              <a:rPr sz="2400" b="1" i="1" dirty="0">
                <a:latin typeface="Corbel"/>
                <a:cs typeface="Corbel"/>
              </a:rPr>
              <a:t>g</a:t>
            </a:r>
            <a:r>
              <a:rPr sz="2400" b="1" i="1" spc="-8" dirty="0">
                <a:latin typeface="Corbel"/>
                <a:cs typeface="Corbel"/>
              </a:rPr>
              <a:t> </a:t>
            </a:r>
            <a:r>
              <a:rPr sz="2400" b="1" i="1" dirty="0">
                <a:latin typeface="Corbel"/>
                <a:cs typeface="Corbel"/>
              </a:rPr>
              <a:t>= </a:t>
            </a:r>
            <a:r>
              <a:rPr sz="2400" b="1" dirty="0">
                <a:solidFill>
                  <a:schemeClr val="accent2">
                    <a:lumMod val="75000"/>
                  </a:schemeClr>
                </a:solidFill>
                <a:latin typeface="Corbel"/>
                <a:cs typeface="Corbel"/>
              </a:rPr>
              <a:t>[</a:t>
            </a:r>
            <a:r>
              <a:rPr lang="es-MX" sz="2400" b="1" dirty="0">
                <a:solidFill>
                  <a:schemeClr val="accent2">
                    <a:lumMod val="75000"/>
                  </a:schemeClr>
                </a:solidFill>
                <a:latin typeface="Corbel"/>
                <a:cs typeface="Corbel"/>
              </a:rPr>
              <a:t>"</a:t>
            </a:r>
            <a:r>
              <a:rPr sz="2400" b="1" dirty="0" err="1">
                <a:solidFill>
                  <a:schemeClr val="accent2">
                    <a:lumMod val="75000"/>
                  </a:schemeClr>
                </a:solidFill>
                <a:latin typeface="Corbel"/>
                <a:cs typeface="Corbel"/>
              </a:rPr>
              <a:t>ener</a:t>
            </a:r>
            <a:r>
              <a:rPr sz="2400" b="1" spc="4" dirty="0" err="1">
                <a:solidFill>
                  <a:schemeClr val="accent2">
                    <a:lumMod val="75000"/>
                  </a:schemeClr>
                </a:solidFill>
                <a:latin typeface="Corbel"/>
                <a:cs typeface="Corbel"/>
              </a:rPr>
              <a:t>o</a:t>
            </a:r>
            <a:r>
              <a:rPr lang="es-MX" sz="2400" b="1" dirty="0">
                <a:solidFill>
                  <a:schemeClr val="accent2">
                    <a:lumMod val="75000"/>
                  </a:schemeClr>
                </a:solidFill>
                <a:latin typeface="Corbel"/>
                <a:cs typeface="Corbel"/>
              </a:rPr>
              <a:t>"</a:t>
            </a:r>
            <a:r>
              <a:rPr sz="2400" b="1" dirty="0">
                <a:solidFill>
                  <a:schemeClr val="accent2">
                    <a:lumMod val="75000"/>
                  </a:schemeClr>
                </a:solidFill>
                <a:latin typeface="Corbel"/>
                <a:cs typeface="Corbel"/>
              </a:rPr>
              <a:t>,</a:t>
            </a:r>
            <a:r>
              <a:rPr sz="2400" b="1" spc="-11" dirty="0">
                <a:solidFill>
                  <a:schemeClr val="accent2">
                    <a:lumMod val="75000"/>
                  </a:schemeClr>
                </a:solidFill>
                <a:latin typeface="Corbel"/>
                <a:cs typeface="Corbel"/>
              </a:rPr>
              <a:t> </a:t>
            </a:r>
            <a:r>
              <a:rPr lang="es-MX" sz="2400" b="1" dirty="0">
                <a:solidFill>
                  <a:schemeClr val="accent2">
                    <a:lumMod val="75000"/>
                  </a:schemeClr>
                </a:solidFill>
                <a:latin typeface="Corbel"/>
                <a:cs typeface="Corbel"/>
              </a:rPr>
              <a:t>"</a:t>
            </a:r>
            <a:r>
              <a:rPr sz="2400" b="1" dirty="0" err="1">
                <a:solidFill>
                  <a:schemeClr val="accent2">
                    <a:lumMod val="75000"/>
                  </a:schemeClr>
                </a:solidFill>
                <a:latin typeface="Corbel"/>
                <a:cs typeface="Corbel"/>
              </a:rPr>
              <a:t>febrer</a:t>
            </a:r>
            <a:r>
              <a:rPr sz="2400" b="1" spc="4" dirty="0" err="1">
                <a:solidFill>
                  <a:schemeClr val="accent2">
                    <a:lumMod val="75000"/>
                  </a:schemeClr>
                </a:solidFill>
                <a:latin typeface="Corbel"/>
                <a:cs typeface="Corbel"/>
              </a:rPr>
              <a:t>o</a:t>
            </a:r>
            <a:r>
              <a:rPr lang="es-MX" sz="2400" b="1" dirty="0">
                <a:solidFill>
                  <a:schemeClr val="accent2">
                    <a:lumMod val="75000"/>
                  </a:schemeClr>
                </a:solidFill>
                <a:latin typeface="Corbel"/>
                <a:cs typeface="Corbel"/>
              </a:rPr>
              <a:t>"</a:t>
            </a:r>
            <a:r>
              <a:rPr sz="2400" b="1" dirty="0">
                <a:solidFill>
                  <a:schemeClr val="accent2">
                    <a:lumMod val="75000"/>
                  </a:schemeClr>
                </a:solidFill>
                <a:latin typeface="Corbel"/>
                <a:cs typeface="Corbel"/>
              </a:rPr>
              <a:t>,</a:t>
            </a:r>
            <a:r>
              <a:rPr sz="2400" b="1" spc="-19" dirty="0">
                <a:solidFill>
                  <a:schemeClr val="accent2">
                    <a:lumMod val="75000"/>
                  </a:schemeClr>
                </a:solidFill>
                <a:latin typeface="Corbel"/>
                <a:cs typeface="Corbel"/>
              </a:rPr>
              <a:t> </a:t>
            </a:r>
            <a:r>
              <a:rPr lang="es-MX" sz="2400" b="1" dirty="0">
                <a:solidFill>
                  <a:schemeClr val="accent2">
                    <a:lumMod val="75000"/>
                  </a:schemeClr>
                </a:solidFill>
                <a:latin typeface="Corbel"/>
                <a:cs typeface="Corbel"/>
              </a:rPr>
              <a:t>"</a:t>
            </a:r>
            <a:r>
              <a:rPr sz="2400" b="1" dirty="0" err="1">
                <a:solidFill>
                  <a:schemeClr val="accent2">
                    <a:lumMod val="75000"/>
                  </a:schemeClr>
                </a:solidFill>
                <a:latin typeface="Corbel"/>
                <a:cs typeface="Corbel"/>
              </a:rPr>
              <a:t>m</a:t>
            </a:r>
            <a:r>
              <a:rPr sz="2400" b="1" spc="4" dirty="0" err="1">
                <a:solidFill>
                  <a:schemeClr val="accent2">
                    <a:lumMod val="75000"/>
                  </a:schemeClr>
                </a:solidFill>
                <a:latin typeface="Corbel"/>
                <a:cs typeface="Corbel"/>
              </a:rPr>
              <a:t>a</a:t>
            </a:r>
            <a:r>
              <a:rPr sz="2400" b="1" dirty="0" err="1">
                <a:solidFill>
                  <a:schemeClr val="accent2">
                    <a:lumMod val="75000"/>
                  </a:schemeClr>
                </a:solidFill>
                <a:latin typeface="Corbel"/>
                <a:cs typeface="Corbel"/>
              </a:rPr>
              <a:t>rz</a:t>
            </a:r>
            <a:r>
              <a:rPr sz="2400" b="1" spc="4" dirty="0" err="1">
                <a:solidFill>
                  <a:schemeClr val="accent2">
                    <a:lumMod val="75000"/>
                  </a:schemeClr>
                </a:solidFill>
                <a:latin typeface="Corbel"/>
                <a:cs typeface="Corbel"/>
              </a:rPr>
              <a:t>o</a:t>
            </a:r>
            <a:r>
              <a:rPr lang="es-MX" sz="2400" b="1" dirty="0">
                <a:solidFill>
                  <a:schemeClr val="accent2">
                    <a:lumMod val="75000"/>
                  </a:schemeClr>
                </a:solidFill>
                <a:latin typeface="Corbel"/>
                <a:cs typeface="Corbel"/>
              </a:rPr>
              <a:t>"</a:t>
            </a:r>
            <a:r>
              <a:rPr sz="2400" b="1" dirty="0">
                <a:solidFill>
                  <a:schemeClr val="accent2">
                    <a:lumMod val="75000"/>
                  </a:schemeClr>
                </a:solidFill>
                <a:latin typeface="Corbel"/>
                <a:cs typeface="Corbel"/>
              </a:rPr>
              <a:t>]</a:t>
            </a:r>
            <a:endParaRPr sz="2400" dirty="0">
              <a:solidFill>
                <a:schemeClr val="accent2">
                  <a:lumMod val="75000"/>
                </a:schemeClr>
              </a:solidFill>
              <a:latin typeface="Corbel"/>
              <a:cs typeface="Corbel"/>
            </a:endParaRPr>
          </a:p>
        </p:txBody>
      </p:sp>
    </p:spTree>
    <p:extLst>
      <p:ext uri="{BB962C8B-B14F-4D97-AF65-F5344CB8AC3E}">
        <p14:creationId xmlns:p14="http://schemas.microsoft.com/office/powerpoint/2010/main" val="29509797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D4CCFD5-D8F6-26BA-6A50-C678DDB46F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1678458"/>
            <a:ext cx="6966128" cy="332945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7C3837E-4D62-005A-93FA-7E31678ECE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051" y="3023157"/>
            <a:ext cx="3947321" cy="307013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562F421-483A-0FDD-87FF-A7C670CB1A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66800" y="188640"/>
            <a:ext cx="7010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s-ES_tradnl" sz="4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Gráfica de barras simple</a:t>
            </a:r>
          </a:p>
        </p:txBody>
      </p:sp>
    </p:spTree>
    <p:extLst>
      <p:ext uri="{BB962C8B-B14F-4D97-AF65-F5344CB8AC3E}">
        <p14:creationId xmlns:p14="http://schemas.microsoft.com/office/powerpoint/2010/main" val="26990058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58BC0542-EF48-C548-B544-D25E8890EE60}"/>
              </a:ext>
            </a:extLst>
          </p:cNvPr>
          <p:cNvSpPr/>
          <p:nvPr/>
        </p:nvSpPr>
        <p:spPr>
          <a:xfrm>
            <a:off x="755577" y="5229200"/>
            <a:ext cx="3672408" cy="11521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B7CB92C-2988-369E-F987-39D0B776AC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898" y="1529179"/>
            <a:ext cx="7016142" cy="35938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6375F94-100A-8C36-8700-0285447BBE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564" y="5450875"/>
            <a:ext cx="3130433" cy="70877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DAC105-2232-F840-79B2-CA1F1EC867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6016" y="2996952"/>
            <a:ext cx="3943350" cy="302389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33A72CB-ED7D-FC18-9298-452AE95507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66800" y="188640"/>
            <a:ext cx="7010400" cy="11430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s-ES_tradnl" sz="4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Gráfica de barras con colores</a:t>
            </a:r>
          </a:p>
        </p:txBody>
      </p:sp>
    </p:spTree>
    <p:extLst>
      <p:ext uri="{BB962C8B-B14F-4D97-AF65-F5344CB8AC3E}">
        <p14:creationId xmlns:p14="http://schemas.microsoft.com/office/powerpoint/2010/main" val="13010671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F79FCD4-8C6E-D548-3846-653CE5880F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1772816"/>
            <a:ext cx="5165652" cy="28507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6F15B11-96E9-8B85-DB56-6DC592C443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4907" y="3251393"/>
            <a:ext cx="3657600" cy="274435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88041C6-7007-3A11-94B6-0710B3A41B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66800" y="260648"/>
            <a:ext cx="7010400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ES_tradnl" sz="4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Gráfica de línea simple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63B3D925-21D2-BE92-C2AF-4292A70DEE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460" y="1100302"/>
            <a:ext cx="5340041" cy="4657396"/>
          </a:xfrm>
          <a:prstGeom prst="rect">
            <a:avLst/>
          </a:prstGeom>
        </p:spPr>
      </p:pic>
      <p:sp>
        <p:nvSpPr>
          <p:cNvPr id="11" name="Rectangle 2">
            <a:extLst>
              <a:ext uri="{FF2B5EF4-FFF2-40B4-BE49-F238E27FC236}">
                <a16:creationId xmlns:a16="http://schemas.microsoft.com/office/drawing/2014/main" id="{6B8EDCC6-5645-7A09-B72B-BFF2245BB8D2}"/>
              </a:ext>
            </a:extLst>
          </p:cNvPr>
          <p:cNvSpPr txBox="1">
            <a:spLocks noChangeArrowheads="1"/>
          </p:cNvSpPr>
          <p:nvPr/>
        </p:nvSpPr>
        <p:spPr>
          <a:xfrm>
            <a:off x="683568" y="232065"/>
            <a:ext cx="7825680" cy="792088"/>
          </a:xfrm>
          <a:prstGeom prst="rect">
            <a:avLst/>
          </a:prstGeom>
        </p:spPr>
        <p:txBody>
          <a:bodyPr>
            <a:normAutofit fontScale="9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4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Nombres de los ejes y del gráfico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DBFAF44A-89BD-84B8-0D37-8CD8B77496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9724" y="3398836"/>
            <a:ext cx="3849524" cy="3164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7737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8319DF00-CD43-45C2-8F54-9AF570CA73E8}"/>
              </a:ext>
            </a:extLst>
          </p:cNvPr>
          <p:cNvSpPr/>
          <p:nvPr/>
        </p:nvSpPr>
        <p:spPr>
          <a:xfrm>
            <a:off x="2339752" y="4547694"/>
            <a:ext cx="3936666" cy="1143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C45880-A2EE-BA21-B7D5-E632DC3DCD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2002" y="4725144"/>
            <a:ext cx="3521096" cy="797229"/>
          </a:xfrm>
          <a:prstGeom prst="rect">
            <a:avLst/>
          </a:prstGeom>
        </p:spPr>
      </p:pic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D9FDABF8-C561-5B30-33C1-02535D1A0B6E}"/>
              </a:ext>
            </a:extLst>
          </p:cNvPr>
          <p:cNvGraphicFramePr>
            <a:graphicFrameLocks noGrp="1"/>
          </p:cNvGraphicFramePr>
          <p:nvPr/>
        </p:nvGraphicFramePr>
        <p:xfrm>
          <a:off x="2531947" y="1517346"/>
          <a:ext cx="3481294" cy="27888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0647">
                  <a:extLst>
                    <a:ext uri="{9D8B030D-6E8A-4147-A177-3AD203B41FA5}">
                      <a16:colId xmlns:a16="http://schemas.microsoft.com/office/drawing/2014/main" val="3166750360"/>
                    </a:ext>
                  </a:extLst>
                </a:gridCol>
                <a:gridCol w="1740647">
                  <a:extLst>
                    <a:ext uri="{9D8B030D-6E8A-4147-A177-3AD203B41FA5}">
                      <a16:colId xmlns:a16="http://schemas.microsoft.com/office/drawing/2014/main" val="665337897"/>
                    </a:ext>
                  </a:extLst>
                </a:gridCol>
              </a:tblGrid>
              <a:tr h="309874">
                <a:tc>
                  <a:txBody>
                    <a:bodyPr/>
                    <a:lstStyle/>
                    <a:p>
                      <a:pPr algn="ctr"/>
                      <a:r>
                        <a:rPr lang="es-MX" sz="1400" dirty="0" err="1"/>
                        <a:t>Caracter</a:t>
                      </a:r>
                      <a:endParaRPr lang="es-MX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Color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323792467"/>
                  </a:ext>
                </a:extLst>
              </a:tr>
              <a:tr h="309874"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'b'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Blue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4670463"/>
                  </a:ext>
                </a:extLst>
              </a:tr>
              <a:tr h="309874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400" dirty="0"/>
                        <a:t>'g'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Green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049296348"/>
                  </a:ext>
                </a:extLst>
              </a:tr>
              <a:tr h="309874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400" dirty="0"/>
                        <a:t>'r'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Red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305725636"/>
                  </a:ext>
                </a:extLst>
              </a:tr>
              <a:tr h="309874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400" dirty="0"/>
                        <a:t>'c'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Cian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724019846"/>
                  </a:ext>
                </a:extLst>
              </a:tr>
              <a:tr h="309874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400" dirty="0"/>
                        <a:t>'m'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Magenta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29316665"/>
                  </a:ext>
                </a:extLst>
              </a:tr>
              <a:tr h="309874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400" dirty="0"/>
                        <a:t>'y'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 err="1"/>
                        <a:t>Yellow</a:t>
                      </a:r>
                      <a:endParaRPr lang="es-MX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366403341"/>
                  </a:ext>
                </a:extLst>
              </a:tr>
              <a:tr h="309874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400" dirty="0"/>
                        <a:t>'k'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Black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734642750"/>
                  </a:ext>
                </a:extLst>
              </a:tr>
              <a:tr h="309874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400" dirty="0"/>
                        <a:t>'w'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White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99764286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DAD51E3A-651A-8460-125A-EA9072C493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9592" y="222858"/>
            <a:ext cx="7010400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ES_tradnl" sz="4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Código de colores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DE189-AFBD-B87F-6D23-C46C05823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2">
            <a:extLst>
              <a:ext uri="{FF2B5EF4-FFF2-40B4-BE49-F238E27FC236}">
                <a16:creationId xmlns:a16="http://schemas.microsoft.com/office/drawing/2014/main" id="{438B228C-77DB-177D-4765-82F186231C06}"/>
              </a:ext>
            </a:extLst>
          </p:cNvPr>
          <p:cNvSpPr txBox="1">
            <a:spLocks noChangeArrowheads="1"/>
          </p:cNvSpPr>
          <p:nvPr/>
        </p:nvSpPr>
        <p:spPr>
          <a:xfrm>
            <a:off x="539552" y="471069"/>
            <a:ext cx="7825680" cy="792088"/>
          </a:xfrm>
          <a:prstGeom prst="rect">
            <a:avLst/>
          </a:prstGeom>
        </p:spPr>
        <p:txBody>
          <a:bodyPr>
            <a:normAutofit fontScale="97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4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Códigos de marcador</a:t>
            </a:r>
          </a:p>
        </p:txBody>
      </p:sp>
      <p:graphicFrame>
        <p:nvGraphicFramePr>
          <p:cNvPr id="19" name="Tabla 18">
            <a:extLst>
              <a:ext uri="{FF2B5EF4-FFF2-40B4-BE49-F238E27FC236}">
                <a16:creationId xmlns:a16="http://schemas.microsoft.com/office/drawing/2014/main" id="{69F2CD44-0662-DC99-CCFA-F615E7D516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6131754"/>
              </p:ext>
            </p:extLst>
          </p:nvPr>
        </p:nvGraphicFramePr>
        <p:xfrm>
          <a:off x="935596" y="1925320"/>
          <a:ext cx="7272808" cy="3007360"/>
        </p:xfrm>
        <a:graphic>
          <a:graphicData uri="http://schemas.openxmlformats.org/drawingml/2006/table">
            <a:tbl>
              <a:tblPr/>
              <a:tblGrid>
                <a:gridCol w="954543">
                  <a:extLst>
                    <a:ext uri="{9D8B030D-6E8A-4147-A177-3AD203B41FA5}">
                      <a16:colId xmlns:a16="http://schemas.microsoft.com/office/drawing/2014/main" val="3308866515"/>
                    </a:ext>
                  </a:extLst>
                </a:gridCol>
                <a:gridCol w="2249813">
                  <a:extLst>
                    <a:ext uri="{9D8B030D-6E8A-4147-A177-3AD203B41FA5}">
                      <a16:colId xmlns:a16="http://schemas.microsoft.com/office/drawing/2014/main" val="8231529"/>
                    </a:ext>
                  </a:extLst>
                </a:gridCol>
                <a:gridCol w="4068452">
                  <a:extLst>
                    <a:ext uri="{9D8B030D-6E8A-4147-A177-3AD203B41FA5}">
                      <a16:colId xmlns:a16="http://schemas.microsoft.com/office/drawing/2014/main" val="5717152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MX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Carácter</a:t>
                      </a:r>
                      <a:endParaRPr lang="es-MX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MX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Descripción original</a:t>
                      </a:r>
                      <a:endParaRPr lang="es-MX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MX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Traducción al español</a:t>
                      </a:r>
                      <a:endParaRPr lang="es-MX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60160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MX" sz="1125" b="0" i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</a:t>
                      </a:r>
                      <a:endParaRPr lang="es-MX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MX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Point </a:t>
                      </a:r>
                      <a:r>
                        <a:rPr lang="es-MX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marker</a:t>
                      </a:r>
                      <a:endParaRPr lang="es-MX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MX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Marcador de punto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45296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MX" sz="1125" b="0" i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o</a:t>
                      </a:r>
                      <a:endParaRPr lang="es-MX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MX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Circle </a:t>
                      </a:r>
                      <a:r>
                        <a:rPr lang="es-MX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marker</a:t>
                      </a:r>
                      <a:endParaRPr lang="es-MX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MX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Marcador de círculo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9389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MX" sz="1125" b="0" i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x</a:t>
                      </a:r>
                      <a:endParaRPr lang="es-MX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MX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X </a:t>
                      </a:r>
                      <a:r>
                        <a:rPr lang="es-MX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marker</a:t>
                      </a:r>
                      <a:endParaRPr lang="es-MX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MX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Marcador de cruz / Marcador de equis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96338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MX" sz="1125" b="0" i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</a:t>
                      </a:r>
                      <a:endParaRPr lang="es-MX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MX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Diamond marker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MX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Marcador de diamante (o rombo)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01216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MX" sz="1125" b="0" i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</a:t>
                      </a:r>
                      <a:endParaRPr lang="es-MX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MX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Hexagon marker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MX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Marcador de hexágono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26818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MX" sz="1125" b="0" i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</a:t>
                      </a:r>
                      <a:endParaRPr lang="es-MX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MX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Square marker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MX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Marcador de cuadrado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05790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MX" sz="1125" b="0" i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+</a:t>
                      </a:r>
                      <a:endParaRPr lang="es-MX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MX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Plus marker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MX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Marcador de más (o suma)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4005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4183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FD863-766B-93E4-4568-CDECD1FC4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3">
            <a:extLst>
              <a:ext uri="{FF2B5EF4-FFF2-40B4-BE49-F238E27FC236}">
                <a16:creationId xmlns:a16="http://schemas.microsoft.com/office/drawing/2014/main" id="{993BC3A2-EFBF-FF6F-DE3E-B6CD478F88B4}"/>
              </a:ext>
            </a:extLst>
          </p:cNvPr>
          <p:cNvSpPr txBox="1"/>
          <p:nvPr/>
        </p:nvSpPr>
        <p:spPr>
          <a:xfrm>
            <a:off x="1059024" y="4705751"/>
            <a:ext cx="4513394" cy="14773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/>
            <a:r>
              <a:rPr b="1" spc="-15" dirty="0" err="1">
                <a:latin typeface="Corbel"/>
                <a:cs typeface="Corbel"/>
              </a:rPr>
              <a:t>Ejemplos</a:t>
            </a:r>
            <a:r>
              <a:rPr lang="es-MX" b="1" spc="-15" dirty="0">
                <a:latin typeface="Corbel"/>
                <a:cs typeface="Corbel"/>
              </a:rPr>
              <a:t>:</a:t>
            </a:r>
          </a:p>
          <a:p>
            <a:pPr marL="9525"/>
            <a:endParaRPr lang="es-MX" b="1" spc="-15" dirty="0">
              <a:latin typeface="Corbel"/>
              <a:cs typeface="Corbel"/>
            </a:endParaRPr>
          </a:p>
          <a:p>
            <a:pPr marL="266700" indent="-257175">
              <a:buFont typeface="Arial" panose="020B0604020202020204" pitchFamily="34" charset="0"/>
              <a:buChar char="•"/>
            </a:pPr>
            <a:r>
              <a:rPr lang="es-ES" sz="1500" b="1" dirty="0">
                <a:latin typeface="Corbel"/>
                <a:cs typeface="Corbel"/>
              </a:rPr>
              <a:t>"</a:t>
            </a:r>
            <a:r>
              <a:rPr sz="1500" b="1" dirty="0">
                <a:latin typeface="Corbel"/>
                <a:cs typeface="Corbel"/>
              </a:rPr>
              <a:t>b.</a:t>
            </a:r>
            <a:r>
              <a:rPr lang="es-ES" sz="1500" b="1" dirty="0">
                <a:latin typeface="Corbel"/>
                <a:cs typeface="Corbel"/>
              </a:rPr>
              <a:t>"</a:t>
            </a:r>
            <a:r>
              <a:rPr sz="1500" spc="-8" dirty="0">
                <a:latin typeface="Corbel"/>
                <a:cs typeface="Corbel"/>
              </a:rPr>
              <a:t> </a:t>
            </a:r>
            <a:r>
              <a:rPr lang="es-MX" sz="1500" spc="-8" dirty="0">
                <a:latin typeface="Corbel"/>
                <a:cs typeface="Corbel"/>
              </a:rPr>
              <a:t>      P</a:t>
            </a:r>
            <a:r>
              <a:rPr sz="1500" dirty="0" err="1">
                <a:latin typeface="Corbel"/>
                <a:cs typeface="Corbel"/>
              </a:rPr>
              <a:t>un</a:t>
            </a:r>
            <a:r>
              <a:rPr sz="1500" spc="-11" dirty="0" err="1">
                <a:latin typeface="Corbel"/>
                <a:cs typeface="Corbel"/>
              </a:rPr>
              <a:t>t</a:t>
            </a:r>
            <a:r>
              <a:rPr sz="1500" dirty="0" err="1">
                <a:latin typeface="Corbel"/>
                <a:cs typeface="Corbel"/>
              </a:rPr>
              <a:t>os</a:t>
            </a:r>
            <a:r>
              <a:rPr sz="1500" dirty="0">
                <a:latin typeface="Corbel"/>
                <a:cs typeface="Corbel"/>
              </a:rPr>
              <a:t> de color</a:t>
            </a:r>
            <a:r>
              <a:rPr sz="1500" spc="-19" dirty="0">
                <a:latin typeface="Corbel"/>
                <a:cs typeface="Corbel"/>
              </a:rPr>
              <a:t> </a:t>
            </a:r>
            <a:r>
              <a:rPr sz="1500" dirty="0" err="1">
                <a:latin typeface="Corbel"/>
                <a:cs typeface="Corbel"/>
              </a:rPr>
              <a:t>az</a:t>
            </a:r>
            <a:r>
              <a:rPr lang="es-MX" sz="1500" dirty="0">
                <a:latin typeface="Corbel"/>
                <a:cs typeface="Corbel"/>
              </a:rPr>
              <a:t>ú</a:t>
            </a:r>
            <a:r>
              <a:rPr sz="1500" dirty="0">
                <a:latin typeface="Corbel"/>
                <a:cs typeface="Corbel"/>
              </a:rPr>
              <a:t>l</a:t>
            </a:r>
            <a:endParaRPr lang="es-MX" sz="1500" dirty="0">
              <a:latin typeface="Corbel"/>
              <a:cs typeface="Corbel"/>
            </a:endParaRPr>
          </a:p>
          <a:p>
            <a:pPr marL="266700" indent="-257175">
              <a:buFont typeface="Arial" panose="020B0604020202020204" pitchFamily="34" charset="0"/>
              <a:buChar char="•"/>
            </a:pPr>
            <a:r>
              <a:rPr lang="es-ES" sz="1500" b="1" dirty="0">
                <a:latin typeface="Corbel"/>
                <a:cs typeface="Corbel"/>
              </a:rPr>
              <a:t>"m</a:t>
            </a:r>
            <a:r>
              <a:rPr sz="1500" b="1" spc="-4" dirty="0">
                <a:latin typeface="Corbel"/>
                <a:cs typeface="Corbel"/>
              </a:rPr>
              <a:t>-</a:t>
            </a:r>
            <a:r>
              <a:rPr sz="1500" b="1" dirty="0">
                <a:latin typeface="Corbel"/>
                <a:cs typeface="Corbel"/>
              </a:rPr>
              <a:t>.</a:t>
            </a:r>
            <a:r>
              <a:rPr lang="es-ES" sz="1500" b="1" dirty="0">
                <a:latin typeface="Corbel"/>
                <a:cs typeface="Corbel"/>
              </a:rPr>
              <a:t>"</a:t>
            </a:r>
            <a:r>
              <a:rPr sz="1500" b="1" spc="-15" dirty="0">
                <a:latin typeface="Corbel"/>
                <a:cs typeface="Corbel"/>
              </a:rPr>
              <a:t> </a:t>
            </a:r>
            <a:r>
              <a:rPr lang="es-MX" sz="1500" b="1" spc="-15" dirty="0">
                <a:latin typeface="Corbel"/>
                <a:cs typeface="Corbel"/>
              </a:rPr>
              <a:t>   </a:t>
            </a:r>
            <a:r>
              <a:rPr lang="es-MX" sz="1500" spc="-15" dirty="0">
                <a:latin typeface="Corbel"/>
                <a:cs typeface="Corbel"/>
              </a:rPr>
              <a:t>R</a:t>
            </a:r>
            <a:r>
              <a:rPr sz="1500" dirty="0" err="1">
                <a:latin typeface="Corbel"/>
                <a:cs typeface="Corbel"/>
              </a:rPr>
              <a:t>aya</a:t>
            </a:r>
            <a:r>
              <a:rPr sz="1500" spc="-11" dirty="0">
                <a:latin typeface="Corbel"/>
                <a:cs typeface="Corbel"/>
              </a:rPr>
              <a:t> </a:t>
            </a:r>
            <a:r>
              <a:rPr sz="1500" dirty="0">
                <a:latin typeface="Corbel"/>
                <a:cs typeface="Corbel"/>
              </a:rPr>
              <a:t>y pun</a:t>
            </a:r>
            <a:r>
              <a:rPr sz="1500" spc="-8" dirty="0">
                <a:latin typeface="Corbel"/>
                <a:cs typeface="Corbel"/>
              </a:rPr>
              <a:t>t</a:t>
            </a:r>
            <a:r>
              <a:rPr sz="1500" dirty="0">
                <a:latin typeface="Corbel"/>
                <a:cs typeface="Corbel"/>
              </a:rPr>
              <a:t>os </a:t>
            </a:r>
            <a:r>
              <a:rPr sz="1500" dirty="0" err="1">
                <a:latin typeface="Corbel"/>
                <a:cs typeface="Corbel"/>
              </a:rPr>
              <a:t>a</a:t>
            </a:r>
            <a:r>
              <a:rPr sz="1500" spc="-8" dirty="0" err="1">
                <a:latin typeface="Corbel"/>
                <a:cs typeface="Corbel"/>
              </a:rPr>
              <a:t>l</a:t>
            </a:r>
            <a:r>
              <a:rPr sz="1500" dirty="0" err="1">
                <a:latin typeface="Corbel"/>
                <a:cs typeface="Corbel"/>
              </a:rPr>
              <a:t>terna</a:t>
            </a:r>
            <a:r>
              <a:rPr sz="1500" spc="-8" dirty="0" err="1">
                <a:latin typeface="Corbel"/>
                <a:cs typeface="Corbel"/>
              </a:rPr>
              <a:t>d</a:t>
            </a:r>
            <a:r>
              <a:rPr sz="1500" dirty="0" err="1">
                <a:latin typeface="Corbel"/>
                <a:cs typeface="Corbel"/>
              </a:rPr>
              <a:t>os</a:t>
            </a:r>
            <a:r>
              <a:rPr sz="1500" spc="11" dirty="0">
                <a:latin typeface="Corbel"/>
                <a:cs typeface="Corbel"/>
              </a:rPr>
              <a:t> </a:t>
            </a:r>
            <a:r>
              <a:rPr sz="1500" dirty="0">
                <a:latin typeface="Corbel"/>
                <a:cs typeface="Corbel"/>
              </a:rPr>
              <a:t>c</a:t>
            </a:r>
            <a:r>
              <a:rPr sz="1500" spc="4" dirty="0">
                <a:latin typeface="Corbel"/>
                <a:cs typeface="Corbel"/>
              </a:rPr>
              <a:t>o</a:t>
            </a:r>
            <a:r>
              <a:rPr sz="1500" dirty="0">
                <a:latin typeface="Corbel"/>
                <a:cs typeface="Corbel"/>
              </a:rPr>
              <a:t>lor</a:t>
            </a:r>
            <a:r>
              <a:rPr lang="es-ES" sz="1500" dirty="0">
                <a:latin typeface="Corbel"/>
                <a:cs typeface="Corbel"/>
              </a:rPr>
              <a:t> </a:t>
            </a:r>
            <a:r>
              <a:rPr sz="1500" spc="-11" dirty="0">
                <a:latin typeface="Corbel"/>
                <a:cs typeface="Corbel"/>
              </a:rPr>
              <a:t>magenta</a:t>
            </a:r>
            <a:endParaRPr lang="es-MX" sz="1500" spc="-11" dirty="0">
              <a:latin typeface="Corbel"/>
              <a:cs typeface="Corbel"/>
            </a:endParaRPr>
          </a:p>
          <a:p>
            <a:pPr marL="266700" indent="-257175">
              <a:buFont typeface="Arial" panose="020B0604020202020204" pitchFamily="34" charset="0"/>
              <a:buChar char="•"/>
            </a:pPr>
            <a:r>
              <a:rPr lang="es-ES" sz="1500" b="1" dirty="0">
                <a:latin typeface="Corbel"/>
                <a:cs typeface="Corbel"/>
              </a:rPr>
              <a:t>"</a:t>
            </a:r>
            <a:r>
              <a:rPr lang="es-ES" sz="1500" b="1" dirty="0" err="1">
                <a:latin typeface="Corbel"/>
                <a:cs typeface="Corbel"/>
              </a:rPr>
              <a:t>rp</a:t>
            </a:r>
            <a:r>
              <a:rPr lang="es-MX" sz="1500" b="1" spc="-4" dirty="0">
                <a:latin typeface="Corbel"/>
                <a:cs typeface="Corbel"/>
              </a:rPr>
              <a:t>--</a:t>
            </a:r>
            <a:r>
              <a:rPr lang="es-ES" sz="1500" b="1" dirty="0">
                <a:latin typeface="Corbel"/>
                <a:cs typeface="Corbel"/>
              </a:rPr>
              <a:t>"</a:t>
            </a:r>
            <a:r>
              <a:rPr sz="1500" b="1" spc="-19" dirty="0">
                <a:latin typeface="Corbel"/>
                <a:cs typeface="Corbel"/>
              </a:rPr>
              <a:t> </a:t>
            </a:r>
            <a:r>
              <a:rPr lang="es-MX" sz="1500" b="1" spc="-19" dirty="0">
                <a:latin typeface="Corbel"/>
                <a:cs typeface="Corbel"/>
              </a:rPr>
              <a:t>   </a:t>
            </a:r>
            <a:r>
              <a:rPr lang="es-MX" sz="1500" dirty="0">
                <a:latin typeface="Corbel"/>
                <a:cs typeface="Corbel"/>
              </a:rPr>
              <a:t>P</a:t>
            </a:r>
            <a:r>
              <a:rPr sz="1500" dirty="0" err="1">
                <a:latin typeface="Corbel"/>
                <a:cs typeface="Corbel"/>
              </a:rPr>
              <a:t>en</a:t>
            </a:r>
            <a:r>
              <a:rPr sz="1500" spc="-8" dirty="0" err="1">
                <a:latin typeface="Corbel"/>
                <a:cs typeface="Corbel"/>
              </a:rPr>
              <a:t>t</a:t>
            </a:r>
            <a:r>
              <a:rPr sz="1500" dirty="0" err="1">
                <a:latin typeface="Corbel"/>
                <a:cs typeface="Corbel"/>
              </a:rPr>
              <a:t>agramas</a:t>
            </a:r>
            <a:r>
              <a:rPr sz="1500" dirty="0">
                <a:latin typeface="Corbel"/>
                <a:cs typeface="Corbel"/>
              </a:rPr>
              <a:t> </a:t>
            </a:r>
            <a:r>
              <a:rPr lang="es-MX" sz="1500" dirty="0">
                <a:latin typeface="Corbel"/>
                <a:cs typeface="Corbel"/>
              </a:rPr>
              <a:t>c</a:t>
            </a:r>
            <a:r>
              <a:rPr sz="1500" dirty="0" err="1">
                <a:latin typeface="Corbel"/>
                <a:cs typeface="Corbel"/>
              </a:rPr>
              <a:t>olor</a:t>
            </a:r>
            <a:r>
              <a:rPr sz="1500" spc="-23" dirty="0">
                <a:latin typeface="Corbel"/>
                <a:cs typeface="Corbel"/>
              </a:rPr>
              <a:t> </a:t>
            </a:r>
            <a:r>
              <a:rPr sz="1500" dirty="0">
                <a:latin typeface="Corbel"/>
                <a:cs typeface="Corbel"/>
              </a:rPr>
              <a:t>rojo</a:t>
            </a:r>
            <a:r>
              <a:rPr lang="es-MX" sz="1500" dirty="0">
                <a:latin typeface="Corbel"/>
                <a:cs typeface="Corbel"/>
              </a:rPr>
              <a:t> unidos por</a:t>
            </a:r>
            <a:r>
              <a:rPr lang="es-MX" sz="1500" spc="-4" dirty="0">
                <a:latin typeface="Corbel"/>
                <a:cs typeface="Corbel"/>
              </a:rPr>
              <a:t> </a:t>
            </a:r>
            <a:r>
              <a:rPr sz="1500" dirty="0" err="1">
                <a:latin typeface="Corbel"/>
                <a:cs typeface="Corbel"/>
              </a:rPr>
              <a:t>rayas</a:t>
            </a:r>
            <a:endParaRPr lang="es-MX" sz="1500" dirty="0">
              <a:latin typeface="Corbel"/>
              <a:cs typeface="Corbel"/>
            </a:endParaRPr>
          </a:p>
          <a:p>
            <a:pPr marL="266700" indent="-257175">
              <a:buFont typeface="Arial" panose="020B0604020202020204" pitchFamily="34" charset="0"/>
              <a:buChar char="•"/>
            </a:pPr>
            <a:r>
              <a:rPr lang="es-MX" sz="1500" b="1" dirty="0">
                <a:latin typeface="Corbel"/>
                <a:cs typeface="Corbel"/>
              </a:rPr>
              <a:t>“b&gt;</a:t>
            </a:r>
            <a:r>
              <a:rPr lang="es-MX" sz="1500" b="1" spc="-4" dirty="0">
                <a:latin typeface="Corbel"/>
                <a:cs typeface="Corbel"/>
              </a:rPr>
              <a:t>-</a:t>
            </a:r>
            <a:r>
              <a:rPr lang="es-MX" sz="1500" b="1" dirty="0">
                <a:latin typeface="Corbel"/>
                <a:cs typeface="Corbel"/>
              </a:rPr>
              <a:t>"</a:t>
            </a:r>
            <a:r>
              <a:rPr lang="es-MX" sz="1500" b="1" spc="-19" dirty="0">
                <a:latin typeface="Corbel"/>
                <a:cs typeface="Corbel"/>
              </a:rPr>
              <a:t>    </a:t>
            </a:r>
            <a:r>
              <a:rPr lang="es-MX" sz="1500" dirty="0">
                <a:latin typeface="Corbel"/>
                <a:cs typeface="Corbel"/>
              </a:rPr>
              <a:t>Flechas color azul unidos por raya continua</a:t>
            </a:r>
            <a:endParaRPr sz="1500" dirty="0">
              <a:latin typeface="Corbel"/>
              <a:cs typeface="Corbel"/>
            </a:endParaRPr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5B8C609F-C3E3-E596-7FDE-75768C19FD78}"/>
              </a:ext>
            </a:extLst>
          </p:cNvPr>
          <p:cNvSpPr/>
          <p:nvPr/>
        </p:nvSpPr>
        <p:spPr>
          <a:xfrm>
            <a:off x="1059024" y="3700120"/>
            <a:ext cx="3759326" cy="38176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 dirty="0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F4C2D6B6-0EF0-9A03-342C-074BDA126345}"/>
              </a:ext>
            </a:extLst>
          </p:cNvPr>
          <p:cNvSpPr txBox="1">
            <a:spLocks noChangeArrowheads="1"/>
          </p:cNvSpPr>
          <p:nvPr/>
        </p:nvSpPr>
        <p:spPr>
          <a:xfrm>
            <a:off x="755576" y="422539"/>
            <a:ext cx="7825680" cy="792088"/>
          </a:xfrm>
          <a:prstGeom prst="rect">
            <a:avLst/>
          </a:prstGeom>
        </p:spPr>
        <p:txBody>
          <a:bodyPr>
            <a:normAutofit fontScale="97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4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Estilos de línea</a:t>
            </a:r>
          </a:p>
        </p:txBody>
      </p:sp>
      <p:graphicFrame>
        <p:nvGraphicFramePr>
          <p:cNvPr id="20" name="Tabla 19">
            <a:extLst>
              <a:ext uri="{FF2B5EF4-FFF2-40B4-BE49-F238E27FC236}">
                <a16:creationId xmlns:a16="http://schemas.microsoft.com/office/drawing/2014/main" id="{AEF01618-86A9-934F-5EB0-1F11011E78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5461557"/>
              </p:ext>
            </p:extLst>
          </p:nvPr>
        </p:nvGraphicFramePr>
        <p:xfrm>
          <a:off x="1059024" y="1413585"/>
          <a:ext cx="7025952" cy="1879600"/>
        </p:xfrm>
        <a:graphic>
          <a:graphicData uri="http://schemas.openxmlformats.org/drawingml/2006/table">
            <a:tbl>
              <a:tblPr/>
              <a:tblGrid>
                <a:gridCol w="1447373">
                  <a:extLst>
                    <a:ext uri="{9D8B030D-6E8A-4147-A177-3AD203B41FA5}">
                      <a16:colId xmlns:a16="http://schemas.microsoft.com/office/drawing/2014/main" val="4155918529"/>
                    </a:ext>
                  </a:extLst>
                </a:gridCol>
                <a:gridCol w="2194203">
                  <a:extLst>
                    <a:ext uri="{9D8B030D-6E8A-4147-A177-3AD203B41FA5}">
                      <a16:colId xmlns:a16="http://schemas.microsoft.com/office/drawing/2014/main" val="2436029800"/>
                    </a:ext>
                  </a:extLst>
                </a:gridCol>
                <a:gridCol w="3384376">
                  <a:extLst>
                    <a:ext uri="{9D8B030D-6E8A-4147-A177-3AD203B41FA5}">
                      <a16:colId xmlns:a16="http://schemas.microsoft.com/office/drawing/2014/main" val="41831300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MX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Carácter</a:t>
                      </a:r>
                      <a:endParaRPr lang="es-MX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MX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Descripción original</a:t>
                      </a:r>
                      <a:endParaRPr lang="es-MX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MX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Traducción al español</a:t>
                      </a:r>
                      <a:endParaRPr lang="es-MX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58444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MX" sz="1125" b="0" i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-</a:t>
                      </a:r>
                      <a:endParaRPr lang="es-MX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MX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Solid line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MX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Línea sólida (o continua)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93716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MX" sz="1125" b="0" i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--</a:t>
                      </a:r>
                      <a:endParaRPr lang="es-MX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MX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Dashed</a:t>
                      </a:r>
                      <a:r>
                        <a:rPr lang="es-MX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line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MX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Línea discontinua (o a trazos)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19835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MX" sz="1125" b="0" i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-.</a:t>
                      </a:r>
                      <a:endParaRPr lang="es-MX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MX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Dash-</a:t>
                      </a:r>
                      <a:r>
                        <a:rPr lang="es-MX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dot</a:t>
                      </a:r>
                      <a:r>
                        <a:rPr lang="es-MX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line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MX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Línea de trazo y punto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58848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MX" sz="1125" b="0" i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:</a:t>
                      </a:r>
                      <a:endParaRPr lang="es-MX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MX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Dotted line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MX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Línea punteada (o de puntos)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17318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60612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A1A26-8993-419B-32AB-777F55507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76909EC-09B9-DDE4-2174-D97FA306AA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71600" y="44624"/>
            <a:ext cx="7010400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ES_tradnl" sz="4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Gráficas con dos líneas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CCC7562-2A65-7864-338D-BF9EE75D44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44" y="1124744"/>
            <a:ext cx="4743451" cy="2909483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C848B69-4073-2C39-5052-21D8CA7F6B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2092" y="3212976"/>
            <a:ext cx="4081164" cy="3360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5018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4">
            <a:extLst>
              <a:ext uri="{FF2B5EF4-FFF2-40B4-BE49-F238E27FC236}">
                <a16:creationId xmlns:a16="http://schemas.microsoft.com/office/drawing/2014/main" id="{4ACC8272-22AB-9EEA-C102-57557BF86DDE}"/>
              </a:ext>
            </a:extLst>
          </p:cNvPr>
          <p:cNvSpPr txBox="1"/>
          <p:nvPr/>
        </p:nvSpPr>
        <p:spPr>
          <a:xfrm>
            <a:off x="2432770" y="1736229"/>
            <a:ext cx="4132262" cy="33855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lang="es-MX" sz="2000" spc="-49" dirty="0">
                <a:solidFill>
                  <a:schemeClr val="accent3">
                    <a:lumMod val="75000"/>
                  </a:schemeClr>
                </a:solidFill>
                <a:latin typeface="Corbel"/>
                <a:cs typeface="Corbel"/>
              </a:rPr>
              <a:t># Tabla 1 x 3 y dibujaremos en la celda 1:</a:t>
            </a:r>
          </a:p>
          <a:p>
            <a:r>
              <a:rPr lang="es-MX" sz="2000" spc="-49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plt.</a:t>
            </a:r>
            <a:r>
              <a:rPr lang="es-MX" sz="2000" b="1" spc="-49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subplot</a:t>
            </a:r>
            <a:r>
              <a:rPr lang="es-MX" sz="2000" spc="-49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(1, 3, 1)</a:t>
            </a:r>
          </a:p>
          <a:p>
            <a:endParaRPr lang="es-MX" sz="2000" spc="-49" dirty="0">
              <a:solidFill>
                <a:schemeClr val="accent2">
                  <a:lumMod val="75000"/>
                </a:schemeClr>
              </a:solidFill>
              <a:latin typeface="Corbel"/>
              <a:cs typeface="Corbel"/>
            </a:endParaRPr>
          </a:p>
          <a:p>
            <a:r>
              <a:rPr lang="es-MX" sz="2000" spc="-49" dirty="0">
                <a:solidFill>
                  <a:schemeClr val="accent3">
                    <a:lumMod val="75000"/>
                  </a:schemeClr>
                </a:solidFill>
                <a:latin typeface="Corbel"/>
                <a:cs typeface="Corbel"/>
              </a:rPr>
              <a:t># Tabla 1 x 3 y dibujaremos en la celda 2:</a:t>
            </a:r>
          </a:p>
          <a:p>
            <a:r>
              <a:rPr lang="es-MX" sz="2000" spc="-49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plt.</a:t>
            </a:r>
            <a:r>
              <a:rPr lang="es-MX" sz="2000" b="1" spc="-49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subplot</a:t>
            </a:r>
            <a:r>
              <a:rPr lang="es-MX" sz="2000" spc="-49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(1, 3, 2)</a:t>
            </a:r>
          </a:p>
          <a:p>
            <a:endParaRPr lang="es-MX" sz="2000" spc="-49" dirty="0">
              <a:solidFill>
                <a:schemeClr val="accent2">
                  <a:lumMod val="75000"/>
                </a:schemeClr>
              </a:solidFill>
              <a:latin typeface="Corbel"/>
              <a:cs typeface="Corbel"/>
            </a:endParaRPr>
          </a:p>
          <a:p>
            <a:r>
              <a:rPr lang="es-MX" sz="2000" spc="-49" dirty="0">
                <a:solidFill>
                  <a:schemeClr val="accent3">
                    <a:lumMod val="75000"/>
                  </a:schemeClr>
                </a:solidFill>
                <a:latin typeface="Corbel"/>
                <a:cs typeface="Corbel"/>
              </a:rPr>
              <a:t># Tabla 1 x 3 y dibujaremos en la celda 3</a:t>
            </a:r>
          </a:p>
          <a:p>
            <a:r>
              <a:rPr lang="es-MX" sz="2000" spc="-49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plt.</a:t>
            </a:r>
            <a:r>
              <a:rPr lang="es-MX" sz="2000" b="1" spc="-49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subplot</a:t>
            </a:r>
            <a:r>
              <a:rPr lang="es-MX" sz="2000" spc="-49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(1, 3, 3)</a:t>
            </a:r>
          </a:p>
          <a:p>
            <a:endParaRPr lang="es-MX" sz="2000" spc="-49" dirty="0">
              <a:solidFill>
                <a:schemeClr val="accent2">
                  <a:lumMod val="75000"/>
                </a:schemeClr>
              </a:solidFill>
              <a:latin typeface="Corbel"/>
              <a:cs typeface="Corbel"/>
            </a:endParaRPr>
          </a:p>
          <a:p>
            <a:r>
              <a:rPr lang="es-MX" sz="2000" spc="-49" dirty="0">
                <a:solidFill>
                  <a:schemeClr val="accent3">
                    <a:lumMod val="75000"/>
                  </a:schemeClr>
                </a:solidFill>
                <a:latin typeface="Corbel"/>
                <a:cs typeface="Corbel"/>
              </a:rPr>
              <a:t># Dibujamos el conjunto:</a:t>
            </a:r>
          </a:p>
          <a:p>
            <a:r>
              <a:rPr lang="es-MX" sz="2000" spc="-49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plt.</a:t>
            </a:r>
            <a:r>
              <a:rPr lang="es-MX" sz="2000" b="1" spc="-49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subplot</a:t>
            </a:r>
            <a:r>
              <a:rPr lang="es-MX" sz="2000" spc="-49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(1, 3, 3)</a:t>
            </a:r>
            <a:endParaRPr sz="2400" dirty="0">
              <a:solidFill>
                <a:schemeClr val="accent2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487D7397-7469-7D2C-0905-F67923A8DF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87624" y="404664"/>
            <a:ext cx="7010400" cy="11430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s-ES_tradnl" sz="4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Varias gráficas en un tablero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594EE-B044-18B3-5EDB-21812A911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29C8B882-49E1-147E-56CB-84745442DF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5816" y="1484784"/>
            <a:ext cx="6214016" cy="4457700"/>
          </a:xfrm>
          <a:prstGeom prst="rect">
            <a:avLst/>
          </a:prstGeom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CC77D2E1-9A85-41C6-EF5D-DDEFEA17F9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87624" y="235874"/>
            <a:ext cx="7010400" cy="11430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s-ES_tradnl" sz="4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Varias gráficas en un tablero</a:t>
            </a:r>
          </a:p>
        </p:txBody>
      </p:sp>
    </p:spTree>
    <p:extLst>
      <p:ext uri="{BB962C8B-B14F-4D97-AF65-F5344CB8AC3E}">
        <p14:creationId xmlns:p14="http://schemas.microsoft.com/office/powerpoint/2010/main" val="39571931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63688" y="907800"/>
            <a:ext cx="4743450" cy="381613"/>
          </a:xfrm>
          <a:prstGeom prst="rect">
            <a:avLst/>
          </a:prstGeom>
        </p:spPr>
        <p:txBody>
          <a:bodyPr vert="horz" wrap="square" lIns="0" tIns="57882" rIns="0" bIns="0" rtlCol="0" anchor="ctr">
            <a:spAutoFit/>
          </a:bodyPr>
          <a:lstStyle/>
          <a:p>
            <a:pPr marL="1427798" algn="l"/>
            <a:r>
              <a:rPr sz="2100" spc="-15" dirty="0"/>
              <a:t>Est</a:t>
            </a:r>
            <a:r>
              <a:rPr sz="2100" spc="-11" dirty="0"/>
              <a:t>e</a:t>
            </a:r>
            <a:r>
              <a:rPr sz="2100" spc="8" dirty="0"/>
              <a:t> </a:t>
            </a:r>
            <a:r>
              <a:rPr sz="2100" spc="-15" dirty="0"/>
              <a:t>serí</a:t>
            </a:r>
            <a:r>
              <a:rPr sz="2100" spc="-11" dirty="0"/>
              <a:t>a</a:t>
            </a:r>
            <a:r>
              <a:rPr sz="2100" spc="11" dirty="0"/>
              <a:t> </a:t>
            </a:r>
            <a:r>
              <a:rPr sz="2100" spc="-11" dirty="0"/>
              <a:t>el</a:t>
            </a:r>
            <a:r>
              <a:rPr sz="2100" spc="-4" dirty="0"/>
              <a:t> </a:t>
            </a:r>
            <a:r>
              <a:rPr sz="2100" spc="-11" dirty="0"/>
              <a:t>resultado:</a:t>
            </a:r>
            <a:endParaRPr sz="21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27B2B07-D2F4-FB87-8B13-238DFA74B6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671" y="1772816"/>
            <a:ext cx="8226658" cy="442272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CD036CD-3085-8CF8-046C-5178E92A5193}"/>
              </a:ext>
            </a:extLst>
          </p:cNvPr>
          <p:cNvSpPr txBox="1">
            <a:spLocks noChangeArrowheads="1"/>
          </p:cNvSpPr>
          <p:nvPr/>
        </p:nvSpPr>
        <p:spPr>
          <a:xfrm>
            <a:off x="971600" y="44624"/>
            <a:ext cx="7010400" cy="1143000"/>
          </a:xfrm>
          <a:prstGeom prst="rect">
            <a:avLst/>
          </a:prstGeom>
        </p:spPr>
        <p:txBody>
          <a:bodyPr vert="horz" lIns="0" tIns="0" rIns="0" bIns="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4800" b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Varias gráficas en un tablero</a:t>
            </a:r>
            <a:endParaRPr lang="es-ES_tradnl" sz="48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836033" y="1596281"/>
            <a:ext cx="7635383" cy="13422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 marR="307181" algn="just">
              <a:lnSpc>
                <a:spcPct val="150000"/>
              </a:lnSpc>
            </a:pPr>
            <a:r>
              <a:rPr sz="1500" b="1" spc="-68" dirty="0">
                <a:latin typeface="Arial"/>
                <a:cs typeface="Arial"/>
              </a:rPr>
              <a:t>T</a:t>
            </a:r>
            <a:r>
              <a:rPr sz="1500" b="1" dirty="0">
                <a:latin typeface="Arial"/>
                <a:cs typeface="Arial"/>
              </a:rPr>
              <a:t>i</a:t>
            </a:r>
            <a:r>
              <a:rPr sz="1500" b="1" spc="-8" dirty="0">
                <a:latin typeface="Arial"/>
                <a:cs typeface="Arial"/>
              </a:rPr>
              <a:t>p</a:t>
            </a:r>
            <a:r>
              <a:rPr sz="1500" b="1" dirty="0">
                <a:latin typeface="Arial"/>
                <a:cs typeface="Arial"/>
              </a:rPr>
              <a:t>o</a:t>
            </a:r>
            <a:r>
              <a:rPr sz="1500" b="1" spc="-19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de</a:t>
            </a:r>
            <a:r>
              <a:rPr sz="1500" b="1" spc="-11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cambio</a:t>
            </a:r>
            <a:r>
              <a:rPr sz="1500" b="1" spc="34" dirty="0">
                <a:latin typeface="Arial"/>
                <a:cs typeface="Arial"/>
              </a:rPr>
              <a:t> </a:t>
            </a:r>
            <a:r>
              <a:rPr sz="1500" spc="4" dirty="0">
                <a:latin typeface="Arial"/>
                <a:cs typeface="Arial"/>
              </a:rPr>
              <a:t>de</a:t>
            </a:r>
            <a:r>
              <a:rPr sz="1500" dirty="0">
                <a:latin typeface="Arial"/>
                <a:cs typeface="Arial"/>
              </a:rPr>
              <a:t>l</a:t>
            </a:r>
            <a:r>
              <a:rPr sz="1500" spc="38" dirty="0">
                <a:latin typeface="Arial"/>
                <a:cs typeface="Arial"/>
              </a:rPr>
              <a:t> </a:t>
            </a:r>
            <a:r>
              <a:rPr sz="1500" b="1" spc="11" dirty="0">
                <a:latin typeface="Arial"/>
                <a:cs typeface="Arial"/>
              </a:rPr>
              <a:t>dóla</a:t>
            </a:r>
            <a:r>
              <a:rPr sz="1500" b="1" dirty="0">
                <a:latin typeface="Arial"/>
                <a:cs typeface="Arial"/>
              </a:rPr>
              <a:t>r</a:t>
            </a:r>
            <a:r>
              <a:rPr sz="1500" b="1" spc="41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y</a:t>
            </a:r>
            <a:r>
              <a:rPr sz="1500" spc="-60" dirty="0">
                <a:latin typeface="Arial"/>
                <a:cs typeface="Arial"/>
              </a:rPr>
              <a:t> </a:t>
            </a:r>
            <a:r>
              <a:rPr sz="1500" spc="-11" dirty="0">
                <a:latin typeface="Arial"/>
                <a:cs typeface="Arial"/>
              </a:rPr>
              <a:t>e</a:t>
            </a:r>
            <a:r>
              <a:rPr sz="1500" dirty="0">
                <a:latin typeface="Arial"/>
                <a:cs typeface="Arial"/>
              </a:rPr>
              <a:t>l</a:t>
            </a:r>
            <a:r>
              <a:rPr sz="1500" spc="-30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euro</a:t>
            </a:r>
            <a:r>
              <a:rPr sz="1500" b="1" spc="8" dirty="0">
                <a:latin typeface="Arial"/>
                <a:cs typeface="Arial"/>
              </a:rPr>
              <a:t> </a:t>
            </a:r>
            <a:r>
              <a:rPr sz="1500" spc="-4" dirty="0">
                <a:latin typeface="Arial"/>
                <a:cs typeface="Arial"/>
              </a:rPr>
              <a:t>d</a:t>
            </a:r>
            <a:r>
              <a:rPr sz="1500" dirty="0">
                <a:latin typeface="Arial"/>
                <a:cs typeface="Arial"/>
              </a:rPr>
              <a:t>e</a:t>
            </a:r>
            <a:r>
              <a:rPr sz="1500" spc="-19" dirty="0">
                <a:latin typeface="Arial"/>
                <a:cs typeface="Arial"/>
              </a:rPr>
              <a:t> </a:t>
            </a:r>
            <a:r>
              <a:rPr sz="1500" spc="-34" dirty="0">
                <a:latin typeface="Arial"/>
                <a:cs typeface="Arial"/>
              </a:rPr>
              <a:t>l</a:t>
            </a:r>
            <a:r>
              <a:rPr sz="1500" spc="-30" dirty="0">
                <a:latin typeface="Arial"/>
                <a:cs typeface="Arial"/>
              </a:rPr>
              <a:t>o</a:t>
            </a:r>
            <a:r>
              <a:rPr sz="1500" dirty="0">
                <a:latin typeface="Arial"/>
                <a:cs typeface="Arial"/>
              </a:rPr>
              <a:t>s</a:t>
            </a:r>
            <a:r>
              <a:rPr sz="1500" spc="-23" dirty="0">
                <a:latin typeface="Arial"/>
                <a:cs typeface="Arial"/>
              </a:rPr>
              <a:t> </a:t>
            </a:r>
            <a:r>
              <a:rPr sz="1500" spc="-71" dirty="0">
                <a:latin typeface="Arial"/>
                <a:cs typeface="Arial"/>
              </a:rPr>
              <a:t>m</a:t>
            </a:r>
            <a:r>
              <a:rPr sz="1500" spc="-75" dirty="0">
                <a:latin typeface="Arial"/>
                <a:cs typeface="Arial"/>
              </a:rPr>
              <a:t>ese</a:t>
            </a:r>
            <a:r>
              <a:rPr sz="1500" dirty="0">
                <a:latin typeface="Arial"/>
                <a:cs typeface="Arial"/>
              </a:rPr>
              <a:t>s </a:t>
            </a:r>
            <a:r>
              <a:rPr sz="1500" spc="-4" dirty="0">
                <a:latin typeface="Arial"/>
                <a:cs typeface="Arial"/>
              </a:rPr>
              <a:t>d</a:t>
            </a:r>
            <a:r>
              <a:rPr sz="1500" dirty="0">
                <a:latin typeface="Arial"/>
                <a:cs typeface="Arial"/>
              </a:rPr>
              <a:t>e</a:t>
            </a:r>
            <a:r>
              <a:rPr sz="1500" spc="-8" dirty="0">
                <a:latin typeface="Arial"/>
                <a:cs typeface="Arial"/>
              </a:rPr>
              <a:t> </a:t>
            </a:r>
            <a:r>
              <a:rPr lang="es-ES" sz="1500" b="1" spc="-8" dirty="0">
                <a:latin typeface="Arial"/>
                <a:cs typeface="Arial"/>
              </a:rPr>
              <a:t>Enero a Septiembre de 2026</a:t>
            </a:r>
            <a:endParaRPr sz="1500" b="1" dirty="0">
              <a:latin typeface="Arial"/>
              <a:cs typeface="Arial"/>
            </a:endParaRPr>
          </a:p>
          <a:p>
            <a:pPr marL="609600" marR="12383" indent="-257175" algn="just">
              <a:lnSpc>
                <a:spcPct val="150000"/>
              </a:lnSpc>
              <a:buFont typeface="Arial"/>
              <a:buChar char="•"/>
              <a:tabLst>
                <a:tab pos="609600" algn="l"/>
              </a:tabLst>
            </a:pPr>
            <a:r>
              <a:rPr sz="1500" spc="-86" dirty="0" err="1">
                <a:latin typeface="Arial"/>
                <a:cs typeface="Arial"/>
              </a:rPr>
              <a:t>C</a:t>
            </a:r>
            <a:r>
              <a:rPr sz="1500" spc="-79" dirty="0" err="1">
                <a:latin typeface="Arial"/>
                <a:cs typeface="Arial"/>
              </a:rPr>
              <a:t>r</a:t>
            </a:r>
            <a:r>
              <a:rPr sz="1500" spc="-86" dirty="0" err="1">
                <a:latin typeface="Arial"/>
                <a:cs typeface="Arial"/>
              </a:rPr>
              <a:t>e</a:t>
            </a:r>
            <a:r>
              <a:rPr sz="1500" dirty="0" err="1">
                <a:latin typeface="Arial"/>
                <a:cs typeface="Arial"/>
              </a:rPr>
              <a:t>a</a:t>
            </a:r>
            <a:r>
              <a:rPr sz="1500" dirty="0">
                <a:latin typeface="Arial"/>
                <a:cs typeface="Arial"/>
              </a:rPr>
              <a:t> </a:t>
            </a:r>
            <a:r>
              <a:rPr sz="1500" spc="-240" dirty="0">
                <a:latin typeface="Arial"/>
                <a:cs typeface="Arial"/>
              </a:rPr>
              <a:t> </a:t>
            </a:r>
            <a:r>
              <a:rPr sz="1500" spc="15" dirty="0">
                <a:latin typeface="Arial"/>
                <a:cs typeface="Arial"/>
              </a:rPr>
              <a:t>u</a:t>
            </a:r>
            <a:r>
              <a:rPr sz="1500" dirty="0">
                <a:latin typeface="Arial"/>
                <a:cs typeface="Arial"/>
              </a:rPr>
              <a:t>n </a:t>
            </a:r>
            <a:r>
              <a:rPr sz="1500" spc="-150" dirty="0">
                <a:latin typeface="Arial"/>
                <a:cs typeface="Arial"/>
              </a:rPr>
              <a:t> </a:t>
            </a:r>
            <a:r>
              <a:rPr sz="1500" spc="4" dirty="0">
                <a:latin typeface="Arial"/>
                <a:cs typeface="Arial"/>
              </a:rPr>
              <a:t>g</a:t>
            </a:r>
            <a:r>
              <a:rPr sz="1500" spc="8" dirty="0">
                <a:latin typeface="Arial"/>
                <a:cs typeface="Arial"/>
              </a:rPr>
              <a:t>r</a:t>
            </a:r>
            <a:r>
              <a:rPr sz="1500" spc="4" dirty="0">
                <a:latin typeface="Arial"/>
                <a:cs typeface="Arial"/>
              </a:rPr>
              <a:t>á</a:t>
            </a:r>
            <a:r>
              <a:rPr sz="1500" spc="8" dirty="0">
                <a:latin typeface="Arial"/>
                <a:cs typeface="Arial"/>
              </a:rPr>
              <a:t>f</a:t>
            </a:r>
            <a:r>
              <a:rPr sz="1500" dirty="0">
                <a:latin typeface="Arial"/>
                <a:cs typeface="Arial"/>
              </a:rPr>
              <a:t>i</a:t>
            </a:r>
            <a:r>
              <a:rPr sz="1500" spc="15" dirty="0">
                <a:latin typeface="Arial"/>
                <a:cs typeface="Arial"/>
              </a:rPr>
              <a:t>c</a:t>
            </a:r>
            <a:r>
              <a:rPr sz="1500" dirty="0">
                <a:latin typeface="Arial"/>
                <a:cs typeface="Arial"/>
              </a:rPr>
              <a:t>o </a:t>
            </a:r>
            <a:r>
              <a:rPr sz="1500" spc="-139" dirty="0">
                <a:latin typeface="Arial"/>
                <a:cs typeface="Arial"/>
              </a:rPr>
              <a:t> </a:t>
            </a:r>
            <a:r>
              <a:rPr sz="1500" spc="4" dirty="0">
                <a:latin typeface="Arial"/>
                <a:cs typeface="Arial"/>
              </a:rPr>
              <a:t>qu</a:t>
            </a:r>
            <a:r>
              <a:rPr sz="1500" dirty="0">
                <a:latin typeface="Arial"/>
                <a:cs typeface="Arial"/>
              </a:rPr>
              <a:t>e </a:t>
            </a:r>
            <a:r>
              <a:rPr sz="1500" spc="-158" dirty="0">
                <a:latin typeface="Arial"/>
                <a:cs typeface="Arial"/>
              </a:rPr>
              <a:t> </a:t>
            </a:r>
            <a:r>
              <a:rPr sz="1500" spc="-15" dirty="0">
                <a:latin typeface="Arial"/>
                <a:cs typeface="Arial"/>
              </a:rPr>
              <a:t>m</a:t>
            </a:r>
            <a:r>
              <a:rPr sz="1500" spc="-11" dirty="0">
                <a:latin typeface="Arial"/>
                <a:cs typeface="Arial"/>
              </a:rPr>
              <a:t>u</a:t>
            </a:r>
            <a:r>
              <a:rPr sz="1500" spc="-23" dirty="0">
                <a:latin typeface="Arial"/>
                <a:cs typeface="Arial"/>
              </a:rPr>
              <a:t>e</a:t>
            </a:r>
            <a:r>
              <a:rPr sz="1500" spc="-19" dirty="0">
                <a:latin typeface="Arial"/>
                <a:cs typeface="Arial"/>
              </a:rPr>
              <a:t>s</a:t>
            </a:r>
            <a:r>
              <a:rPr sz="1500" spc="-15" dirty="0">
                <a:latin typeface="Arial"/>
                <a:cs typeface="Arial"/>
              </a:rPr>
              <a:t>tr</a:t>
            </a:r>
            <a:r>
              <a:rPr sz="1500" dirty="0">
                <a:latin typeface="Arial"/>
                <a:cs typeface="Arial"/>
              </a:rPr>
              <a:t>e </a:t>
            </a:r>
            <a:r>
              <a:rPr sz="1500" spc="-176" dirty="0">
                <a:latin typeface="Arial"/>
                <a:cs typeface="Arial"/>
              </a:rPr>
              <a:t> </a:t>
            </a:r>
            <a:r>
              <a:rPr sz="1500" spc="-15" dirty="0">
                <a:latin typeface="Arial"/>
                <a:cs typeface="Arial"/>
              </a:rPr>
              <a:t>l</a:t>
            </a:r>
            <a:r>
              <a:rPr sz="1500" spc="-11" dirty="0">
                <a:latin typeface="Arial"/>
                <a:cs typeface="Arial"/>
              </a:rPr>
              <a:t>o</a:t>
            </a:r>
            <a:r>
              <a:rPr sz="1500" dirty="0">
                <a:latin typeface="Arial"/>
                <a:cs typeface="Arial"/>
              </a:rPr>
              <a:t>s </a:t>
            </a:r>
            <a:r>
              <a:rPr sz="1500" spc="-172" dirty="0">
                <a:latin typeface="Arial"/>
                <a:cs typeface="Arial"/>
              </a:rPr>
              <a:t> </a:t>
            </a:r>
            <a:r>
              <a:rPr sz="1500" b="1" spc="-11" dirty="0">
                <a:latin typeface="Arial"/>
                <a:cs typeface="Arial"/>
              </a:rPr>
              <a:t>do</a:t>
            </a:r>
            <a:r>
              <a:rPr sz="1500" b="1" dirty="0">
                <a:latin typeface="Arial"/>
                <a:cs typeface="Arial"/>
              </a:rPr>
              <a:t>s </a:t>
            </a:r>
            <a:r>
              <a:rPr sz="1500" b="1" spc="-176" dirty="0">
                <a:latin typeface="Arial"/>
                <a:cs typeface="Arial"/>
              </a:rPr>
              <a:t> </a:t>
            </a:r>
            <a:r>
              <a:rPr sz="1500" b="1" spc="26" dirty="0">
                <a:latin typeface="Arial"/>
                <a:cs typeface="Arial"/>
              </a:rPr>
              <a:t>t</a:t>
            </a:r>
            <a:r>
              <a:rPr sz="1500" b="1" spc="19" dirty="0">
                <a:latin typeface="Arial"/>
                <a:cs typeface="Arial"/>
              </a:rPr>
              <a:t>i</a:t>
            </a:r>
            <a:r>
              <a:rPr sz="1500" b="1" spc="23" dirty="0">
                <a:latin typeface="Arial"/>
                <a:cs typeface="Arial"/>
              </a:rPr>
              <a:t>po</a:t>
            </a:r>
            <a:r>
              <a:rPr sz="1500" b="1" dirty="0">
                <a:latin typeface="Arial"/>
                <a:cs typeface="Arial"/>
              </a:rPr>
              <a:t>s </a:t>
            </a:r>
            <a:r>
              <a:rPr sz="1500" b="1" spc="-4" dirty="0">
                <a:latin typeface="Arial"/>
                <a:cs typeface="Arial"/>
              </a:rPr>
              <a:t>d</a:t>
            </a:r>
            <a:r>
              <a:rPr sz="1500" b="1" dirty="0">
                <a:latin typeface="Arial"/>
                <a:cs typeface="Arial"/>
              </a:rPr>
              <a:t>e</a:t>
            </a:r>
            <a:r>
              <a:rPr sz="1500" b="1" spc="-8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cambio</a:t>
            </a:r>
            <a:r>
              <a:rPr sz="1500" b="1" spc="34" dirty="0">
                <a:latin typeface="Arial"/>
                <a:cs typeface="Arial"/>
              </a:rPr>
              <a:t> </a:t>
            </a:r>
            <a:r>
              <a:rPr sz="1500" spc="-30" dirty="0">
                <a:latin typeface="Arial"/>
                <a:cs typeface="Arial"/>
              </a:rPr>
              <a:t>e</a:t>
            </a:r>
            <a:r>
              <a:rPr sz="1500" dirty="0">
                <a:latin typeface="Arial"/>
                <a:cs typeface="Arial"/>
              </a:rPr>
              <a:t>n</a:t>
            </a:r>
            <a:r>
              <a:rPr sz="1500" spc="-45" dirty="0">
                <a:latin typeface="Arial"/>
                <a:cs typeface="Arial"/>
              </a:rPr>
              <a:t> </a:t>
            </a:r>
            <a:r>
              <a:rPr sz="1500" b="1" spc="-30" dirty="0">
                <a:latin typeface="Arial"/>
                <a:cs typeface="Arial"/>
              </a:rPr>
              <a:t>un</a:t>
            </a:r>
            <a:r>
              <a:rPr sz="1500" b="1" dirty="0">
                <a:latin typeface="Arial"/>
                <a:cs typeface="Arial"/>
              </a:rPr>
              <a:t>a</a:t>
            </a:r>
            <a:r>
              <a:rPr sz="1500" b="1" spc="-26" dirty="0">
                <a:latin typeface="Arial"/>
                <a:cs typeface="Arial"/>
              </a:rPr>
              <a:t> </a:t>
            </a:r>
            <a:r>
              <a:rPr sz="1500" b="1" spc="-38" dirty="0">
                <a:latin typeface="Arial"/>
                <a:cs typeface="Arial"/>
              </a:rPr>
              <a:t>s</a:t>
            </a:r>
            <a:r>
              <a:rPr sz="1500" b="1" spc="-41" dirty="0">
                <a:latin typeface="Arial"/>
                <a:cs typeface="Arial"/>
              </a:rPr>
              <a:t>ol</a:t>
            </a:r>
            <a:r>
              <a:rPr sz="1500" b="1" dirty="0">
                <a:latin typeface="Arial"/>
                <a:cs typeface="Arial"/>
              </a:rPr>
              <a:t>a</a:t>
            </a:r>
            <a:r>
              <a:rPr sz="1500" b="1" spc="19" dirty="0">
                <a:latin typeface="Arial"/>
                <a:cs typeface="Arial"/>
              </a:rPr>
              <a:t> </a:t>
            </a:r>
            <a:r>
              <a:rPr sz="1500" b="1" spc="-30" dirty="0">
                <a:latin typeface="Arial"/>
                <a:cs typeface="Arial"/>
              </a:rPr>
              <a:t>g</a:t>
            </a:r>
            <a:r>
              <a:rPr sz="1500" b="1" spc="-26" dirty="0">
                <a:latin typeface="Arial"/>
                <a:cs typeface="Arial"/>
              </a:rPr>
              <a:t>r</a:t>
            </a:r>
            <a:r>
              <a:rPr sz="1500" b="1" spc="-30" dirty="0">
                <a:latin typeface="Arial"/>
                <a:cs typeface="Arial"/>
              </a:rPr>
              <a:t>á</a:t>
            </a:r>
            <a:r>
              <a:rPr sz="1500" b="1" spc="-26" dirty="0">
                <a:latin typeface="Arial"/>
                <a:cs typeface="Arial"/>
              </a:rPr>
              <a:t>f</a:t>
            </a:r>
            <a:r>
              <a:rPr sz="1500" b="1" spc="-34" dirty="0">
                <a:latin typeface="Arial"/>
                <a:cs typeface="Arial"/>
              </a:rPr>
              <a:t>i</a:t>
            </a:r>
            <a:r>
              <a:rPr sz="1500" b="1" spc="-30" dirty="0">
                <a:latin typeface="Arial"/>
                <a:cs typeface="Arial"/>
              </a:rPr>
              <a:t>ca</a:t>
            </a:r>
            <a:r>
              <a:rPr sz="1500" dirty="0">
                <a:latin typeface="Arial"/>
                <a:cs typeface="Arial"/>
              </a:rPr>
              <a:t>.</a:t>
            </a:r>
          </a:p>
          <a:p>
            <a:pPr marL="609600" marR="3810" indent="-257175" algn="just">
              <a:lnSpc>
                <a:spcPct val="150000"/>
              </a:lnSpc>
              <a:buFont typeface="Arial"/>
              <a:buChar char="•"/>
              <a:tabLst>
                <a:tab pos="609600" algn="l"/>
              </a:tabLst>
            </a:pPr>
            <a:r>
              <a:rPr sz="1500" spc="-86" dirty="0" err="1">
                <a:latin typeface="Arial"/>
                <a:cs typeface="Arial"/>
              </a:rPr>
              <a:t>C</a:t>
            </a:r>
            <a:r>
              <a:rPr sz="1500" spc="-79" dirty="0" err="1">
                <a:latin typeface="Arial"/>
                <a:cs typeface="Arial"/>
              </a:rPr>
              <a:t>r</a:t>
            </a:r>
            <a:r>
              <a:rPr sz="1500" spc="-86" dirty="0" err="1">
                <a:latin typeface="Arial"/>
                <a:cs typeface="Arial"/>
              </a:rPr>
              <a:t>e</a:t>
            </a:r>
            <a:r>
              <a:rPr sz="1500" dirty="0" err="1">
                <a:latin typeface="Arial"/>
                <a:cs typeface="Arial"/>
              </a:rPr>
              <a:t>a</a:t>
            </a:r>
            <a:r>
              <a:rPr sz="1500" dirty="0">
                <a:latin typeface="Arial"/>
                <a:cs typeface="Arial"/>
              </a:rPr>
              <a:t> </a:t>
            </a:r>
            <a:r>
              <a:rPr sz="1500" spc="49" dirty="0" err="1">
                <a:latin typeface="Arial"/>
                <a:cs typeface="Arial"/>
              </a:rPr>
              <a:t>o</a:t>
            </a:r>
            <a:r>
              <a:rPr sz="1500" spc="45" dirty="0" err="1">
                <a:latin typeface="Arial"/>
                <a:cs typeface="Arial"/>
              </a:rPr>
              <a:t>t</a:t>
            </a:r>
            <a:r>
              <a:rPr sz="1500" spc="53" dirty="0" err="1">
                <a:latin typeface="Arial"/>
                <a:cs typeface="Arial"/>
              </a:rPr>
              <a:t>r</a:t>
            </a:r>
            <a:r>
              <a:rPr sz="1500" dirty="0" err="1">
                <a:latin typeface="Arial"/>
                <a:cs typeface="Arial"/>
              </a:rPr>
              <a:t>o</a:t>
            </a:r>
            <a:r>
              <a:rPr sz="1500" spc="217" dirty="0">
                <a:latin typeface="Arial"/>
                <a:cs typeface="Arial"/>
              </a:rPr>
              <a:t> </a:t>
            </a:r>
            <a:r>
              <a:rPr sz="1500" spc="4" dirty="0" err="1">
                <a:latin typeface="Arial"/>
                <a:cs typeface="Arial"/>
              </a:rPr>
              <a:t>g</a:t>
            </a:r>
            <a:r>
              <a:rPr sz="1500" spc="8" dirty="0" err="1">
                <a:latin typeface="Arial"/>
                <a:cs typeface="Arial"/>
              </a:rPr>
              <a:t>r</a:t>
            </a:r>
            <a:r>
              <a:rPr sz="1500" spc="4" dirty="0" err="1">
                <a:latin typeface="Arial"/>
                <a:cs typeface="Arial"/>
              </a:rPr>
              <a:t>á</a:t>
            </a:r>
            <a:r>
              <a:rPr sz="1500" spc="8" dirty="0" err="1">
                <a:latin typeface="Arial"/>
                <a:cs typeface="Arial"/>
              </a:rPr>
              <a:t>f</a:t>
            </a:r>
            <a:r>
              <a:rPr sz="1500" dirty="0" err="1">
                <a:latin typeface="Arial"/>
                <a:cs typeface="Arial"/>
              </a:rPr>
              <a:t>i</a:t>
            </a:r>
            <a:r>
              <a:rPr sz="1500" spc="15" dirty="0" err="1">
                <a:latin typeface="Arial"/>
                <a:cs typeface="Arial"/>
              </a:rPr>
              <a:t>c</a:t>
            </a:r>
            <a:r>
              <a:rPr sz="1500" dirty="0" err="1">
                <a:latin typeface="Arial"/>
                <a:cs typeface="Arial"/>
              </a:rPr>
              <a:t>o</a:t>
            </a:r>
            <a:r>
              <a:rPr lang="es-MX" sz="1500" spc="184" dirty="0">
                <a:latin typeface="Arial"/>
                <a:cs typeface="Arial"/>
              </a:rPr>
              <a:t> </a:t>
            </a:r>
            <a:r>
              <a:rPr sz="1500" spc="4" dirty="0">
                <a:latin typeface="Arial"/>
                <a:cs typeface="Arial"/>
              </a:rPr>
              <a:t>q</a:t>
            </a:r>
            <a:r>
              <a:rPr sz="1500" dirty="0">
                <a:latin typeface="Arial"/>
                <a:cs typeface="Arial"/>
              </a:rPr>
              <a:t>ue </a:t>
            </a:r>
            <a:r>
              <a:rPr sz="1500" spc="-8" dirty="0" err="1">
                <a:latin typeface="Arial"/>
                <a:cs typeface="Arial"/>
              </a:rPr>
              <a:t>m</a:t>
            </a:r>
            <a:r>
              <a:rPr sz="1500" spc="-11" dirty="0" err="1">
                <a:latin typeface="Arial"/>
                <a:cs typeface="Arial"/>
              </a:rPr>
              <a:t>u</a:t>
            </a:r>
            <a:r>
              <a:rPr sz="1500" spc="-23" dirty="0" err="1">
                <a:latin typeface="Arial"/>
                <a:cs typeface="Arial"/>
              </a:rPr>
              <a:t>e</a:t>
            </a:r>
            <a:r>
              <a:rPr sz="1500" spc="-19" dirty="0" err="1">
                <a:latin typeface="Arial"/>
                <a:cs typeface="Arial"/>
              </a:rPr>
              <a:t>s</a:t>
            </a:r>
            <a:r>
              <a:rPr sz="1500" spc="-15" dirty="0" err="1">
                <a:latin typeface="Arial"/>
                <a:cs typeface="Arial"/>
              </a:rPr>
              <a:t>tr</a:t>
            </a:r>
            <a:r>
              <a:rPr sz="1500" dirty="0" err="1">
                <a:latin typeface="Arial"/>
                <a:cs typeface="Arial"/>
              </a:rPr>
              <a:t>e</a:t>
            </a:r>
            <a:r>
              <a:rPr sz="1500" dirty="0">
                <a:latin typeface="Arial"/>
                <a:cs typeface="Arial"/>
              </a:rPr>
              <a:t> </a:t>
            </a:r>
            <a:r>
              <a:rPr sz="1500" b="1" spc="-11" dirty="0">
                <a:latin typeface="Arial"/>
                <a:cs typeface="Arial"/>
              </a:rPr>
              <a:t>d</a:t>
            </a:r>
            <a:r>
              <a:rPr sz="1500" b="1" dirty="0">
                <a:latin typeface="Arial"/>
                <a:cs typeface="Arial"/>
              </a:rPr>
              <a:t>os </a:t>
            </a:r>
            <a:r>
              <a:rPr sz="1500" b="1" spc="-38" dirty="0">
                <a:latin typeface="Arial"/>
                <a:cs typeface="Arial"/>
              </a:rPr>
              <a:t>s</a:t>
            </a:r>
            <a:r>
              <a:rPr sz="1500" b="1" spc="-30" dirty="0">
                <a:latin typeface="Arial"/>
                <a:cs typeface="Arial"/>
              </a:rPr>
              <a:t>u</a:t>
            </a:r>
            <a:r>
              <a:rPr sz="1500" b="1" spc="-41" dirty="0">
                <a:latin typeface="Arial"/>
                <a:cs typeface="Arial"/>
              </a:rPr>
              <a:t>bg</a:t>
            </a:r>
            <a:r>
              <a:rPr sz="1500" b="1" spc="-26" dirty="0">
                <a:latin typeface="Arial"/>
                <a:cs typeface="Arial"/>
              </a:rPr>
              <a:t>r</a:t>
            </a:r>
            <a:r>
              <a:rPr sz="1500" b="1" spc="-41" dirty="0">
                <a:latin typeface="Arial"/>
                <a:cs typeface="Arial"/>
              </a:rPr>
              <a:t>á</a:t>
            </a:r>
            <a:r>
              <a:rPr sz="1500" b="1" spc="-34" dirty="0">
                <a:latin typeface="Arial"/>
                <a:cs typeface="Arial"/>
              </a:rPr>
              <a:t>fi</a:t>
            </a:r>
            <a:r>
              <a:rPr sz="1500" b="1" spc="-38" dirty="0">
                <a:latin typeface="Arial"/>
                <a:cs typeface="Arial"/>
              </a:rPr>
              <a:t>c</a:t>
            </a:r>
            <a:r>
              <a:rPr sz="1500" b="1" spc="-30" dirty="0">
                <a:latin typeface="Arial"/>
                <a:cs typeface="Arial"/>
              </a:rPr>
              <a:t>as</a:t>
            </a:r>
            <a:r>
              <a:rPr sz="1500" dirty="0">
                <a:latin typeface="Arial"/>
                <a:cs typeface="Arial"/>
              </a:rPr>
              <a:t>,</a:t>
            </a:r>
            <a:r>
              <a:rPr sz="1500" spc="124" dirty="0">
                <a:latin typeface="Arial"/>
                <a:cs typeface="Arial"/>
              </a:rPr>
              <a:t> </a:t>
            </a:r>
            <a:r>
              <a:rPr sz="1500" spc="-19" dirty="0">
                <a:latin typeface="Arial"/>
                <a:cs typeface="Arial"/>
              </a:rPr>
              <a:t>un</a:t>
            </a:r>
            <a:r>
              <a:rPr sz="1500" dirty="0">
                <a:latin typeface="Arial"/>
                <a:cs typeface="Arial"/>
              </a:rPr>
              <a:t>a</a:t>
            </a:r>
            <a:r>
              <a:rPr sz="1500" spc="131" dirty="0">
                <a:latin typeface="Arial"/>
                <a:cs typeface="Arial"/>
              </a:rPr>
              <a:t> </a:t>
            </a:r>
            <a:r>
              <a:rPr sz="1500" spc="4" dirty="0">
                <a:latin typeface="Arial"/>
                <a:cs typeface="Arial"/>
              </a:rPr>
              <a:t>q</a:t>
            </a:r>
            <a:r>
              <a:rPr sz="1500" dirty="0">
                <a:latin typeface="Arial"/>
                <a:cs typeface="Arial"/>
              </a:rPr>
              <a:t>ue</a:t>
            </a:r>
            <a:r>
              <a:rPr sz="1500" spc="161" dirty="0">
                <a:latin typeface="Arial"/>
                <a:cs typeface="Arial"/>
              </a:rPr>
              <a:t> </a:t>
            </a:r>
            <a:r>
              <a:rPr sz="1500" spc="-11" dirty="0">
                <a:latin typeface="Arial"/>
                <a:cs typeface="Arial"/>
              </a:rPr>
              <a:t>co</a:t>
            </a:r>
            <a:r>
              <a:rPr sz="1500" dirty="0">
                <a:latin typeface="Arial"/>
                <a:cs typeface="Arial"/>
              </a:rPr>
              <a:t>r</a:t>
            </a:r>
            <a:r>
              <a:rPr sz="1500" spc="-11" dirty="0">
                <a:latin typeface="Arial"/>
                <a:cs typeface="Arial"/>
              </a:rPr>
              <a:t>re</a:t>
            </a:r>
            <a:r>
              <a:rPr sz="1500" dirty="0">
                <a:latin typeface="Arial"/>
                <a:cs typeface="Arial"/>
              </a:rPr>
              <a:t>s</a:t>
            </a:r>
            <a:r>
              <a:rPr sz="1500" spc="-11" dirty="0">
                <a:latin typeface="Arial"/>
                <a:cs typeface="Arial"/>
              </a:rPr>
              <a:t>p</a:t>
            </a:r>
            <a:r>
              <a:rPr sz="1500" dirty="0">
                <a:latin typeface="Arial"/>
                <a:cs typeface="Arial"/>
              </a:rPr>
              <a:t>on</a:t>
            </a:r>
            <a:r>
              <a:rPr sz="1500" spc="-8" dirty="0">
                <a:latin typeface="Arial"/>
                <a:cs typeface="Arial"/>
              </a:rPr>
              <a:t>d</a:t>
            </a:r>
            <a:r>
              <a:rPr sz="1500" dirty="0">
                <a:latin typeface="Arial"/>
                <a:cs typeface="Arial"/>
              </a:rPr>
              <a:t>a</a:t>
            </a:r>
            <a:r>
              <a:rPr sz="1500" spc="146" dirty="0">
                <a:latin typeface="Arial"/>
                <a:cs typeface="Arial"/>
              </a:rPr>
              <a:t> </a:t>
            </a:r>
            <a:r>
              <a:rPr sz="1500" spc="-23" dirty="0">
                <a:latin typeface="Arial"/>
                <a:cs typeface="Arial"/>
              </a:rPr>
              <a:t>a</a:t>
            </a:r>
            <a:r>
              <a:rPr sz="1500" dirty="0">
                <a:latin typeface="Arial"/>
                <a:cs typeface="Arial"/>
              </a:rPr>
              <a:t>l</a:t>
            </a:r>
            <a:r>
              <a:rPr sz="1500" spc="124" dirty="0">
                <a:latin typeface="Arial"/>
                <a:cs typeface="Arial"/>
              </a:rPr>
              <a:t> </a:t>
            </a:r>
            <a:r>
              <a:rPr sz="1500" b="1" spc="11" dirty="0">
                <a:latin typeface="Arial"/>
                <a:cs typeface="Arial"/>
              </a:rPr>
              <a:t>dóla</a:t>
            </a:r>
            <a:r>
              <a:rPr sz="1500" b="1" dirty="0">
                <a:latin typeface="Arial"/>
                <a:cs typeface="Arial"/>
              </a:rPr>
              <a:t>r</a:t>
            </a:r>
            <a:r>
              <a:rPr sz="1500" spc="184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y </a:t>
            </a:r>
            <a:r>
              <a:rPr sz="1500" spc="19" dirty="0">
                <a:latin typeface="Arial"/>
                <a:cs typeface="Arial"/>
              </a:rPr>
              <a:t>o</a:t>
            </a:r>
            <a:r>
              <a:rPr sz="1500" spc="26" dirty="0">
                <a:latin typeface="Arial"/>
                <a:cs typeface="Arial"/>
              </a:rPr>
              <a:t>tr</a:t>
            </a:r>
            <a:r>
              <a:rPr sz="1500" dirty="0">
                <a:latin typeface="Arial"/>
                <a:cs typeface="Arial"/>
              </a:rPr>
              <a:t>a</a:t>
            </a:r>
            <a:r>
              <a:rPr sz="1500" spc="23" dirty="0">
                <a:latin typeface="Arial"/>
                <a:cs typeface="Arial"/>
              </a:rPr>
              <a:t> </a:t>
            </a:r>
            <a:r>
              <a:rPr sz="1500" spc="-30" dirty="0">
                <a:latin typeface="Arial"/>
                <a:cs typeface="Arial"/>
              </a:rPr>
              <a:t>a</a:t>
            </a:r>
            <a:r>
              <a:rPr sz="1500" dirty="0">
                <a:latin typeface="Arial"/>
                <a:cs typeface="Arial"/>
              </a:rPr>
              <a:t>l</a:t>
            </a:r>
            <a:r>
              <a:rPr sz="1500" spc="-38" dirty="0">
                <a:latin typeface="Arial"/>
                <a:cs typeface="Arial"/>
              </a:rPr>
              <a:t> </a:t>
            </a:r>
            <a:r>
              <a:rPr sz="1500" b="1" spc="-34" dirty="0">
                <a:latin typeface="Arial"/>
                <a:cs typeface="Arial"/>
              </a:rPr>
              <a:t>eu</a:t>
            </a:r>
            <a:r>
              <a:rPr sz="1500" b="1" spc="-26" dirty="0">
                <a:latin typeface="Arial"/>
                <a:cs typeface="Arial"/>
              </a:rPr>
              <a:t>r</a:t>
            </a:r>
            <a:r>
              <a:rPr sz="1500" b="1" spc="-30" dirty="0">
                <a:latin typeface="Arial"/>
                <a:cs typeface="Arial"/>
              </a:rPr>
              <a:t>o</a:t>
            </a:r>
            <a:r>
              <a:rPr sz="1500" dirty="0">
                <a:latin typeface="Arial"/>
                <a:cs typeface="Arial"/>
              </a:rPr>
              <a:t>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BA0B139-C7E4-4F1F-A25F-814A0026FAA6}"/>
              </a:ext>
            </a:extLst>
          </p:cNvPr>
          <p:cNvSpPr txBox="1"/>
          <p:nvPr/>
        </p:nvSpPr>
        <p:spPr>
          <a:xfrm>
            <a:off x="453199" y="3429000"/>
            <a:ext cx="8401050" cy="854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650" dirty="0"/>
              <a:t>meses = ["Enero", "Febrero", "Marzo", "Abril", "Mayo", "Junio", "Julio", "Agosto", "Septiembre"]</a:t>
            </a:r>
          </a:p>
          <a:p>
            <a:r>
              <a:rPr lang="es-MX" sz="1650" dirty="0" err="1"/>
              <a:t>dolar</a:t>
            </a:r>
            <a:r>
              <a:rPr lang="es-MX" sz="1650" dirty="0"/>
              <a:t> = [20.45, 20.32, 19.94, 20.13, 19.49, 18.95, 18.81, 18.75, 18.36]</a:t>
            </a:r>
          </a:p>
          <a:p>
            <a:r>
              <a:rPr lang="es-MX" sz="1650" dirty="0"/>
              <a:t>euro =  [21.06, 21.32, 21.69, 22.73, 21.81, 21.87, 21.83, 21.95, 21.60]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E2C5EDB5-FA0A-F43D-241C-B6439C6F43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71600" y="224106"/>
            <a:ext cx="7010400" cy="11430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s-ES_tradnl" sz="4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Varias gráficas en un tablero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18931" y="4978146"/>
            <a:ext cx="684276" cy="5943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15468" y="1035558"/>
            <a:ext cx="1089660" cy="9433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1704595"/>
            <a:ext cx="550164" cy="585215"/>
          </a:xfrm>
          <a:custGeom>
            <a:avLst/>
            <a:gdLst/>
            <a:ahLst/>
            <a:cxnLst/>
            <a:rect l="l" t="t" r="r" b="b"/>
            <a:pathLst>
              <a:path w="550164" h="585215">
                <a:moveTo>
                  <a:pt x="0" y="507832"/>
                </a:moveTo>
                <a:lnTo>
                  <a:pt x="44383" y="585215"/>
                </a:lnTo>
                <a:lnTo>
                  <a:pt x="382333" y="585215"/>
                </a:lnTo>
                <a:lnTo>
                  <a:pt x="550164" y="292607"/>
                </a:lnTo>
                <a:lnTo>
                  <a:pt x="382333" y="0"/>
                </a:lnTo>
                <a:lnTo>
                  <a:pt x="44383" y="0"/>
                </a:lnTo>
                <a:lnTo>
                  <a:pt x="0" y="77383"/>
                </a:lnTo>
              </a:path>
            </a:pathLst>
          </a:custGeom>
          <a:ln w="9144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02920" y="2018538"/>
            <a:ext cx="353567" cy="306324"/>
          </a:xfrm>
          <a:custGeom>
            <a:avLst/>
            <a:gdLst/>
            <a:ahLst/>
            <a:cxnLst/>
            <a:rect l="l" t="t" r="r" b="b"/>
            <a:pathLst>
              <a:path w="353568" h="306324">
                <a:moveTo>
                  <a:pt x="265722" y="0"/>
                </a:moveTo>
                <a:lnTo>
                  <a:pt x="87845" y="0"/>
                </a:lnTo>
                <a:lnTo>
                  <a:pt x="0" y="153162"/>
                </a:lnTo>
                <a:lnTo>
                  <a:pt x="87845" y="306324"/>
                </a:lnTo>
                <a:lnTo>
                  <a:pt x="265722" y="306324"/>
                </a:lnTo>
                <a:lnTo>
                  <a:pt x="353567" y="153162"/>
                </a:lnTo>
                <a:lnTo>
                  <a:pt x="265722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208533" y="857251"/>
            <a:ext cx="673607" cy="452627"/>
          </a:xfrm>
          <a:custGeom>
            <a:avLst/>
            <a:gdLst/>
            <a:ahLst/>
            <a:cxnLst/>
            <a:rect l="l" t="t" r="r" b="b"/>
            <a:pathLst>
              <a:path w="673607" h="452627">
                <a:moveTo>
                  <a:pt x="0" y="160781"/>
                </a:moveTo>
                <a:lnTo>
                  <a:pt x="167386" y="452627"/>
                </a:lnTo>
                <a:lnTo>
                  <a:pt x="506222" y="452627"/>
                </a:lnTo>
                <a:lnTo>
                  <a:pt x="673607" y="160781"/>
                </a:lnTo>
                <a:lnTo>
                  <a:pt x="581393" y="0"/>
                </a:lnTo>
              </a:path>
            </a:pathLst>
          </a:custGeom>
          <a:ln w="76200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208532" y="857251"/>
            <a:ext cx="92214" cy="160781"/>
          </a:xfrm>
          <a:custGeom>
            <a:avLst/>
            <a:gdLst/>
            <a:ahLst/>
            <a:cxnLst/>
            <a:rect l="l" t="t" r="r" b="b"/>
            <a:pathLst>
              <a:path w="92214" h="160781">
                <a:moveTo>
                  <a:pt x="92214" y="0"/>
                </a:moveTo>
                <a:lnTo>
                  <a:pt x="0" y="160781"/>
                </a:lnTo>
              </a:path>
            </a:pathLst>
          </a:custGeom>
          <a:ln w="76199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48411" y="907542"/>
            <a:ext cx="294132" cy="254508"/>
          </a:xfrm>
          <a:custGeom>
            <a:avLst/>
            <a:gdLst/>
            <a:ahLst/>
            <a:cxnLst/>
            <a:rect l="l" t="t" r="r" b="b"/>
            <a:pathLst>
              <a:path w="294131" h="254508">
                <a:moveTo>
                  <a:pt x="221145" y="0"/>
                </a:moveTo>
                <a:lnTo>
                  <a:pt x="72986" y="0"/>
                </a:lnTo>
                <a:lnTo>
                  <a:pt x="0" y="127254"/>
                </a:lnTo>
                <a:lnTo>
                  <a:pt x="72986" y="254508"/>
                </a:lnTo>
                <a:lnTo>
                  <a:pt x="221145" y="254508"/>
                </a:lnTo>
                <a:lnTo>
                  <a:pt x="294132" y="127254"/>
                </a:lnTo>
                <a:lnTo>
                  <a:pt x="221145" y="0"/>
                </a:lnTo>
                <a:close/>
              </a:path>
            </a:pathLst>
          </a:custGeom>
          <a:solidFill>
            <a:srgbClr val="00E0C5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763000" y="5578602"/>
            <a:ext cx="381000" cy="234696"/>
          </a:xfrm>
          <a:custGeom>
            <a:avLst/>
            <a:gdLst/>
            <a:ahLst/>
            <a:cxnLst/>
            <a:rect l="l" t="t" r="r" b="b"/>
            <a:pathLst>
              <a:path w="381000" h="234696">
                <a:moveTo>
                  <a:pt x="0" y="0"/>
                </a:moveTo>
                <a:lnTo>
                  <a:pt x="134620" y="234696"/>
                </a:lnTo>
                <a:lnTo>
                  <a:pt x="381000" y="234696"/>
                </a:lnTo>
              </a:path>
            </a:pathLst>
          </a:custGeom>
          <a:ln w="9144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763000" y="5343906"/>
            <a:ext cx="381000" cy="234695"/>
          </a:xfrm>
          <a:custGeom>
            <a:avLst/>
            <a:gdLst/>
            <a:ahLst/>
            <a:cxnLst/>
            <a:rect l="l" t="t" r="r" b="b"/>
            <a:pathLst>
              <a:path w="381000" h="234696">
                <a:moveTo>
                  <a:pt x="381000" y="0"/>
                </a:moveTo>
                <a:lnTo>
                  <a:pt x="134620" y="0"/>
                </a:lnTo>
                <a:lnTo>
                  <a:pt x="0" y="234696"/>
                </a:lnTo>
              </a:path>
            </a:pathLst>
          </a:custGeom>
          <a:ln w="9144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523731" y="5598414"/>
            <a:ext cx="283464" cy="245364"/>
          </a:xfrm>
          <a:custGeom>
            <a:avLst/>
            <a:gdLst/>
            <a:ahLst/>
            <a:cxnLst/>
            <a:rect l="l" t="t" r="r" b="b"/>
            <a:pathLst>
              <a:path w="283464" h="245363">
                <a:moveTo>
                  <a:pt x="213106" y="0"/>
                </a:moveTo>
                <a:lnTo>
                  <a:pt x="70358" y="0"/>
                </a:lnTo>
                <a:lnTo>
                  <a:pt x="0" y="122682"/>
                </a:lnTo>
                <a:lnTo>
                  <a:pt x="70358" y="245364"/>
                </a:lnTo>
                <a:lnTo>
                  <a:pt x="213106" y="245364"/>
                </a:lnTo>
                <a:lnTo>
                  <a:pt x="283464" y="122682"/>
                </a:lnTo>
                <a:lnTo>
                  <a:pt x="213106" y="0"/>
                </a:lnTo>
                <a:close/>
              </a:path>
            </a:pathLst>
          </a:custGeom>
          <a:solidFill>
            <a:srgbClr val="3192E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322565" y="4485894"/>
            <a:ext cx="542543" cy="469392"/>
          </a:xfrm>
          <a:custGeom>
            <a:avLst/>
            <a:gdLst/>
            <a:ahLst/>
            <a:cxnLst/>
            <a:rect l="l" t="t" r="r" b="b"/>
            <a:pathLst>
              <a:path w="542543" h="469392">
                <a:moveTo>
                  <a:pt x="407924" y="0"/>
                </a:moveTo>
                <a:lnTo>
                  <a:pt x="134619" y="0"/>
                </a:lnTo>
                <a:lnTo>
                  <a:pt x="0" y="234695"/>
                </a:lnTo>
                <a:lnTo>
                  <a:pt x="134619" y="469391"/>
                </a:lnTo>
                <a:lnTo>
                  <a:pt x="407924" y="469391"/>
                </a:lnTo>
                <a:lnTo>
                  <a:pt x="542543" y="234695"/>
                </a:lnTo>
                <a:lnTo>
                  <a:pt x="407924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763761" y="4867655"/>
            <a:ext cx="237744" cy="205740"/>
          </a:xfrm>
          <a:custGeom>
            <a:avLst/>
            <a:gdLst/>
            <a:ahLst/>
            <a:cxnLst/>
            <a:rect l="l" t="t" r="r" b="b"/>
            <a:pathLst>
              <a:path w="237744" h="205739">
                <a:moveTo>
                  <a:pt x="0" y="102870"/>
                </a:moveTo>
                <a:lnTo>
                  <a:pt x="59055" y="205740"/>
                </a:lnTo>
                <a:lnTo>
                  <a:pt x="178689" y="205740"/>
                </a:lnTo>
                <a:lnTo>
                  <a:pt x="237744" y="102870"/>
                </a:lnTo>
                <a:lnTo>
                  <a:pt x="178689" y="0"/>
                </a:lnTo>
                <a:lnTo>
                  <a:pt x="59055" y="0"/>
                </a:lnTo>
                <a:lnTo>
                  <a:pt x="0" y="102870"/>
                </a:lnTo>
                <a:close/>
              </a:path>
            </a:pathLst>
          </a:custGeom>
          <a:ln w="19811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09827" y="1533905"/>
            <a:ext cx="2142744" cy="185623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232150" y="1996821"/>
            <a:ext cx="3932138" cy="128333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8000" b="1" dirty="0">
                <a:solidFill>
                  <a:srgbClr val="002060"/>
                </a:solidFill>
                <a:latin typeface="Calibri"/>
                <a:cs typeface="Calibri"/>
              </a:rPr>
              <a:t>Gracias</a:t>
            </a:r>
          </a:p>
        </p:txBody>
      </p:sp>
      <p:sp>
        <p:nvSpPr>
          <p:cNvPr id="16" name="object 16"/>
          <p:cNvSpPr/>
          <p:nvPr/>
        </p:nvSpPr>
        <p:spPr>
          <a:xfrm>
            <a:off x="1591055" y="2070353"/>
            <a:ext cx="780288" cy="778764"/>
          </a:xfrm>
          <a:custGeom>
            <a:avLst/>
            <a:gdLst/>
            <a:ahLst/>
            <a:cxnLst/>
            <a:rect l="l" t="t" r="r" b="b"/>
            <a:pathLst>
              <a:path w="780288" h="778764">
                <a:moveTo>
                  <a:pt x="410082" y="0"/>
                </a:moveTo>
                <a:lnTo>
                  <a:pt x="370205" y="0"/>
                </a:lnTo>
                <a:lnTo>
                  <a:pt x="311657" y="7493"/>
                </a:lnTo>
                <a:lnTo>
                  <a:pt x="274193" y="17525"/>
                </a:lnTo>
                <a:lnTo>
                  <a:pt x="255524" y="23622"/>
                </a:lnTo>
                <a:lnTo>
                  <a:pt x="220599" y="38608"/>
                </a:lnTo>
                <a:lnTo>
                  <a:pt x="204469" y="47371"/>
                </a:lnTo>
                <a:lnTo>
                  <a:pt x="188213" y="56007"/>
                </a:lnTo>
                <a:lnTo>
                  <a:pt x="142112" y="88392"/>
                </a:lnTo>
                <a:lnTo>
                  <a:pt x="100964" y="128143"/>
                </a:lnTo>
                <a:lnTo>
                  <a:pt x="66039" y="171704"/>
                </a:lnTo>
                <a:lnTo>
                  <a:pt x="38735" y="220218"/>
                </a:lnTo>
                <a:lnTo>
                  <a:pt x="17399" y="273685"/>
                </a:lnTo>
                <a:lnTo>
                  <a:pt x="7493" y="311023"/>
                </a:lnTo>
                <a:lnTo>
                  <a:pt x="2540" y="349631"/>
                </a:lnTo>
                <a:lnTo>
                  <a:pt x="0" y="369570"/>
                </a:lnTo>
                <a:lnTo>
                  <a:pt x="0" y="409321"/>
                </a:lnTo>
                <a:lnTo>
                  <a:pt x="2540" y="429260"/>
                </a:lnTo>
                <a:lnTo>
                  <a:pt x="4953" y="449072"/>
                </a:lnTo>
                <a:lnTo>
                  <a:pt x="17399" y="505079"/>
                </a:lnTo>
                <a:lnTo>
                  <a:pt x="38735" y="558546"/>
                </a:lnTo>
                <a:lnTo>
                  <a:pt x="66039" y="607060"/>
                </a:lnTo>
                <a:lnTo>
                  <a:pt x="100964" y="650621"/>
                </a:lnTo>
                <a:lnTo>
                  <a:pt x="128396" y="677926"/>
                </a:lnTo>
                <a:lnTo>
                  <a:pt x="172085" y="712851"/>
                </a:lnTo>
                <a:lnTo>
                  <a:pt x="220599" y="740156"/>
                </a:lnTo>
                <a:lnTo>
                  <a:pt x="274193" y="761365"/>
                </a:lnTo>
                <a:lnTo>
                  <a:pt x="311657" y="771271"/>
                </a:lnTo>
                <a:lnTo>
                  <a:pt x="370205" y="778764"/>
                </a:lnTo>
                <a:lnTo>
                  <a:pt x="410082" y="778764"/>
                </a:lnTo>
                <a:lnTo>
                  <a:pt x="449961" y="773811"/>
                </a:lnTo>
                <a:lnTo>
                  <a:pt x="506094" y="761365"/>
                </a:lnTo>
                <a:lnTo>
                  <a:pt x="559562" y="740156"/>
                </a:lnTo>
                <a:lnTo>
                  <a:pt x="608202" y="712851"/>
                </a:lnTo>
                <a:lnTo>
                  <a:pt x="651891" y="677926"/>
                </a:lnTo>
                <a:lnTo>
                  <a:pt x="679323" y="650621"/>
                </a:lnTo>
                <a:lnTo>
                  <a:pt x="682664" y="646938"/>
                </a:lnTo>
                <a:lnTo>
                  <a:pt x="390144" y="646938"/>
                </a:lnTo>
                <a:lnTo>
                  <a:pt x="361442" y="645668"/>
                </a:lnTo>
                <a:lnTo>
                  <a:pt x="306705" y="634492"/>
                </a:lnTo>
                <a:lnTo>
                  <a:pt x="254254" y="613283"/>
                </a:lnTo>
                <a:lnTo>
                  <a:pt x="206882" y="582168"/>
                </a:lnTo>
                <a:lnTo>
                  <a:pt x="183261" y="558546"/>
                </a:lnTo>
                <a:lnTo>
                  <a:pt x="180720" y="554863"/>
                </a:lnTo>
                <a:lnTo>
                  <a:pt x="179450" y="549910"/>
                </a:lnTo>
                <a:lnTo>
                  <a:pt x="178307" y="544830"/>
                </a:lnTo>
                <a:lnTo>
                  <a:pt x="179450" y="541147"/>
                </a:lnTo>
                <a:lnTo>
                  <a:pt x="180720" y="536194"/>
                </a:lnTo>
                <a:lnTo>
                  <a:pt x="203200" y="520065"/>
                </a:lnTo>
                <a:lnTo>
                  <a:pt x="757766" y="520065"/>
                </a:lnTo>
                <a:lnTo>
                  <a:pt x="762762" y="505079"/>
                </a:lnTo>
                <a:lnTo>
                  <a:pt x="767842" y="486410"/>
                </a:lnTo>
                <a:lnTo>
                  <a:pt x="772794" y="467741"/>
                </a:lnTo>
                <a:lnTo>
                  <a:pt x="775335" y="449072"/>
                </a:lnTo>
                <a:lnTo>
                  <a:pt x="775938" y="444119"/>
                </a:lnTo>
                <a:lnTo>
                  <a:pt x="230631" y="444119"/>
                </a:lnTo>
                <a:lnTo>
                  <a:pt x="221869" y="442849"/>
                </a:lnTo>
                <a:lnTo>
                  <a:pt x="189483" y="414274"/>
                </a:lnTo>
                <a:lnTo>
                  <a:pt x="185800" y="395605"/>
                </a:lnTo>
                <a:lnTo>
                  <a:pt x="186944" y="385699"/>
                </a:lnTo>
                <a:lnTo>
                  <a:pt x="213106" y="350774"/>
                </a:lnTo>
                <a:lnTo>
                  <a:pt x="230631" y="347091"/>
                </a:lnTo>
                <a:lnTo>
                  <a:pt x="777440" y="347091"/>
                </a:lnTo>
                <a:lnTo>
                  <a:pt x="775335" y="329692"/>
                </a:lnTo>
                <a:lnTo>
                  <a:pt x="762762" y="273685"/>
                </a:lnTo>
                <a:lnTo>
                  <a:pt x="741552" y="220218"/>
                </a:lnTo>
                <a:lnTo>
                  <a:pt x="714248" y="171704"/>
                </a:lnTo>
                <a:lnTo>
                  <a:pt x="679323" y="128143"/>
                </a:lnTo>
                <a:lnTo>
                  <a:pt x="651891" y="100837"/>
                </a:lnTo>
                <a:lnTo>
                  <a:pt x="608202" y="65912"/>
                </a:lnTo>
                <a:lnTo>
                  <a:pt x="559562" y="38608"/>
                </a:lnTo>
                <a:lnTo>
                  <a:pt x="506094" y="17525"/>
                </a:lnTo>
                <a:lnTo>
                  <a:pt x="468630" y="7493"/>
                </a:lnTo>
                <a:lnTo>
                  <a:pt x="410082" y="0"/>
                </a:lnTo>
                <a:close/>
              </a:path>
              <a:path w="780288" h="778764">
                <a:moveTo>
                  <a:pt x="757766" y="520065"/>
                </a:moveTo>
                <a:lnTo>
                  <a:pt x="577088" y="520065"/>
                </a:lnTo>
                <a:lnTo>
                  <a:pt x="582041" y="521208"/>
                </a:lnTo>
                <a:lnTo>
                  <a:pt x="585851" y="522478"/>
                </a:lnTo>
                <a:lnTo>
                  <a:pt x="600710" y="541147"/>
                </a:lnTo>
                <a:lnTo>
                  <a:pt x="601980" y="544830"/>
                </a:lnTo>
                <a:lnTo>
                  <a:pt x="600710" y="549910"/>
                </a:lnTo>
                <a:lnTo>
                  <a:pt x="599567" y="554863"/>
                </a:lnTo>
                <a:lnTo>
                  <a:pt x="597026" y="558546"/>
                </a:lnTo>
                <a:lnTo>
                  <a:pt x="550926" y="599694"/>
                </a:lnTo>
                <a:lnTo>
                  <a:pt x="501142" y="625729"/>
                </a:lnTo>
                <a:lnTo>
                  <a:pt x="447420" y="641858"/>
                </a:lnTo>
                <a:lnTo>
                  <a:pt x="390144" y="646938"/>
                </a:lnTo>
                <a:lnTo>
                  <a:pt x="682664" y="646938"/>
                </a:lnTo>
                <a:lnTo>
                  <a:pt x="714248" y="607060"/>
                </a:lnTo>
                <a:lnTo>
                  <a:pt x="741552" y="558546"/>
                </a:lnTo>
                <a:lnTo>
                  <a:pt x="756538" y="523748"/>
                </a:lnTo>
                <a:lnTo>
                  <a:pt x="757766" y="520065"/>
                </a:lnTo>
                <a:close/>
              </a:path>
              <a:path w="780288" h="778764">
                <a:moveTo>
                  <a:pt x="577088" y="520065"/>
                </a:moveTo>
                <a:lnTo>
                  <a:pt x="203200" y="520065"/>
                </a:lnTo>
                <a:lnTo>
                  <a:pt x="208152" y="521208"/>
                </a:lnTo>
                <a:lnTo>
                  <a:pt x="213106" y="522478"/>
                </a:lnTo>
                <a:lnTo>
                  <a:pt x="216916" y="525018"/>
                </a:lnTo>
                <a:lnTo>
                  <a:pt x="220599" y="527431"/>
                </a:lnTo>
                <a:lnTo>
                  <a:pt x="239394" y="543687"/>
                </a:lnTo>
                <a:lnTo>
                  <a:pt x="278002" y="569849"/>
                </a:lnTo>
                <a:lnTo>
                  <a:pt x="320294" y="587248"/>
                </a:lnTo>
                <a:lnTo>
                  <a:pt x="366521" y="595884"/>
                </a:lnTo>
                <a:lnTo>
                  <a:pt x="390144" y="597154"/>
                </a:lnTo>
                <a:lnTo>
                  <a:pt x="413766" y="595884"/>
                </a:lnTo>
                <a:lnTo>
                  <a:pt x="459994" y="587248"/>
                </a:lnTo>
                <a:lnTo>
                  <a:pt x="502285" y="569849"/>
                </a:lnTo>
                <a:lnTo>
                  <a:pt x="540893" y="543687"/>
                </a:lnTo>
                <a:lnTo>
                  <a:pt x="559562" y="527431"/>
                </a:lnTo>
                <a:lnTo>
                  <a:pt x="563371" y="525018"/>
                </a:lnTo>
                <a:lnTo>
                  <a:pt x="567182" y="522478"/>
                </a:lnTo>
                <a:lnTo>
                  <a:pt x="572135" y="521208"/>
                </a:lnTo>
                <a:lnTo>
                  <a:pt x="577088" y="520065"/>
                </a:lnTo>
                <a:close/>
              </a:path>
              <a:path w="780288" h="778764">
                <a:moveTo>
                  <a:pt x="549656" y="347091"/>
                </a:moveTo>
                <a:lnTo>
                  <a:pt x="230631" y="347091"/>
                </a:lnTo>
                <a:lnTo>
                  <a:pt x="239394" y="348361"/>
                </a:lnTo>
                <a:lnTo>
                  <a:pt x="248031" y="350774"/>
                </a:lnTo>
                <a:lnTo>
                  <a:pt x="255524" y="355854"/>
                </a:lnTo>
                <a:lnTo>
                  <a:pt x="263017" y="360807"/>
                </a:lnTo>
                <a:lnTo>
                  <a:pt x="267969" y="368300"/>
                </a:lnTo>
                <a:lnTo>
                  <a:pt x="271780" y="376936"/>
                </a:lnTo>
                <a:lnTo>
                  <a:pt x="274193" y="385699"/>
                </a:lnTo>
                <a:lnTo>
                  <a:pt x="275463" y="395605"/>
                </a:lnTo>
                <a:lnTo>
                  <a:pt x="274193" y="405638"/>
                </a:lnTo>
                <a:lnTo>
                  <a:pt x="248031" y="440436"/>
                </a:lnTo>
                <a:lnTo>
                  <a:pt x="230631" y="444119"/>
                </a:lnTo>
                <a:lnTo>
                  <a:pt x="549656" y="444119"/>
                </a:lnTo>
                <a:lnTo>
                  <a:pt x="512318" y="423037"/>
                </a:lnTo>
                <a:lnTo>
                  <a:pt x="504825" y="395605"/>
                </a:lnTo>
                <a:lnTo>
                  <a:pt x="506094" y="385699"/>
                </a:lnTo>
                <a:lnTo>
                  <a:pt x="508507" y="376936"/>
                </a:lnTo>
                <a:lnTo>
                  <a:pt x="512318" y="368300"/>
                </a:lnTo>
                <a:lnTo>
                  <a:pt x="517270" y="360807"/>
                </a:lnTo>
                <a:lnTo>
                  <a:pt x="524763" y="355854"/>
                </a:lnTo>
                <a:lnTo>
                  <a:pt x="532257" y="350774"/>
                </a:lnTo>
                <a:lnTo>
                  <a:pt x="540893" y="348361"/>
                </a:lnTo>
                <a:lnTo>
                  <a:pt x="549656" y="347091"/>
                </a:lnTo>
                <a:close/>
              </a:path>
              <a:path w="780288" h="778764">
                <a:moveTo>
                  <a:pt x="777440" y="347091"/>
                </a:moveTo>
                <a:lnTo>
                  <a:pt x="549656" y="347091"/>
                </a:lnTo>
                <a:lnTo>
                  <a:pt x="558419" y="348361"/>
                </a:lnTo>
                <a:lnTo>
                  <a:pt x="567182" y="350774"/>
                </a:lnTo>
                <a:lnTo>
                  <a:pt x="593344" y="385699"/>
                </a:lnTo>
                <a:lnTo>
                  <a:pt x="594487" y="395605"/>
                </a:lnTo>
                <a:lnTo>
                  <a:pt x="593344" y="405638"/>
                </a:lnTo>
                <a:lnTo>
                  <a:pt x="567182" y="440436"/>
                </a:lnTo>
                <a:lnTo>
                  <a:pt x="549656" y="444119"/>
                </a:lnTo>
                <a:lnTo>
                  <a:pt x="775938" y="444119"/>
                </a:lnTo>
                <a:lnTo>
                  <a:pt x="777748" y="429260"/>
                </a:lnTo>
                <a:lnTo>
                  <a:pt x="780288" y="409321"/>
                </a:lnTo>
                <a:lnTo>
                  <a:pt x="780288" y="369570"/>
                </a:lnTo>
                <a:lnTo>
                  <a:pt x="777748" y="349631"/>
                </a:lnTo>
                <a:lnTo>
                  <a:pt x="777440" y="34709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5070</TotalTime>
  <Words>691</Words>
  <Application>Microsoft Office PowerPoint</Application>
  <PresentationFormat>Presentación en pantalla (4:3)</PresentationFormat>
  <Paragraphs>127</Paragraphs>
  <Slides>19</Slides>
  <Notes>17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8" baseType="lpstr">
      <vt:lpstr>Arial</vt:lpstr>
      <vt:lpstr>Arial Rounded MT Bold</vt:lpstr>
      <vt:lpstr>Calibri</vt:lpstr>
      <vt:lpstr>Corbel</vt:lpstr>
      <vt:lpstr>Courier New</vt:lpstr>
      <vt:lpstr>Dom Casual</vt:lpstr>
      <vt:lpstr>Google Sans Text</vt:lpstr>
      <vt:lpstr>Microsoft Sans Serif</vt:lpstr>
      <vt:lpstr>Tema de Office</vt:lpstr>
      <vt:lpstr>TC 1037  Pensamiento algorítmico</vt:lpstr>
      <vt:lpstr>Librerías</vt:lpstr>
      <vt:lpstr>Librerías</vt:lpstr>
      <vt:lpstr>Matplotlib</vt:lpstr>
      <vt:lpstr>Importando las librerias</vt:lpstr>
      <vt:lpstr>Listas</vt:lpstr>
      <vt:lpstr>Gráfica de barras simple</vt:lpstr>
      <vt:lpstr>Gráfica de barras con colores</vt:lpstr>
      <vt:lpstr>Gráfica de línea simple</vt:lpstr>
      <vt:lpstr>Presentación de PowerPoint</vt:lpstr>
      <vt:lpstr>Código de colores</vt:lpstr>
      <vt:lpstr>Presentación de PowerPoint</vt:lpstr>
      <vt:lpstr>Presentación de PowerPoint</vt:lpstr>
      <vt:lpstr>Gráficas con dos líneas</vt:lpstr>
      <vt:lpstr>Varias gráficas en un tablero</vt:lpstr>
      <vt:lpstr>Varias gráficas en un tablero</vt:lpstr>
      <vt:lpstr>Este sería el resultado:</vt:lpstr>
      <vt:lpstr>Varias gráficas en un tablero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profesor</dc:creator>
  <cp:lastModifiedBy>Lizethe Pérez Fuertes</cp:lastModifiedBy>
  <cp:revision>103</cp:revision>
  <dcterms:created xsi:type="dcterms:W3CDTF">2013-07-08T17:54:54Z</dcterms:created>
  <dcterms:modified xsi:type="dcterms:W3CDTF">2026-08-11T22:24:12Z</dcterms:modified>
</cp:coreProperties>
</file>