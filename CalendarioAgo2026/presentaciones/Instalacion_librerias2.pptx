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6" r:id="rId2"/>
    <p:sldId id="260" r:id="rId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78848" autoAdjust="0"/>
  </p:normalViewPr>
  <p:slideViewPr>
    <p:cSldViewPr>
      <p:cViewPr varScale="1">
        <p:scale>
          <a:sx n="98" d="100"/>
          <a:sy n="98" d="100"/>
        </p:scale>
        <p:origin x="2004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9T20:48:11.784" v="38" actId="20577"/>
      <pc:docMkLst>
        <pc:docMk/>
      </pc:docMkLst>
      <pc:sldChg chg="modSp mod">
        <pc:chgData name="Lizethe Pérez Fuertes" userId="4ae9ef87-2a7d-42f8-8dfa-0a501a9e2ff4" providerId="ADAL" clId="{FDDD45CB-1330-4033-A842-3D2746AFF7C7}" dt="2026-08-19T20:48:11.784" v="38" actId="20577"/>
        <pc:sldMkLst>
          <pc:docMk/>
          <pc:sldMk cId="2305011213" sldId="260"/>
        </pc:sldMkLst>
        <pc:spChg chg="mod">
          <ac:chgData name="Lizethe Pérez Fuertes" userId="4ae9ef87-2a7d-42f8-8dfa-0a501a9e2ff4" providerId="ADAL" clId="{FDDD45CB-1330-4033-A842-3D2746AFF7C7}" dt="2026-08-19T20:48:11.784" v="38" actId="20577"/>
          <ac:spMkLst>
            <pc:docMk/>
            <pc:sldMk cId="2305011213" sldId="260"/>
            <ac:spMk id="9" creationId="{60B2112B-09B9-231C-2498-35D59F79AE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25058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62068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5334" y="2348880"/>
            <a:ext cx="7342584" cy="136815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Instalación de librerías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320769"/>
            <a:ext cx="3960700" cy="2739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3797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60B2112B-09B9-231C-2498-35D59F79AE91}"/>
              </a:ext>
            </a:extLst>
          </p:cNvPr>
          <p:cNvSpPr txBox="1"/>
          <p:nvPr/>
        </p:nvSpPr>
        <p:spPr>
          <a:xfrm>
            <a:off x="539552" y="314690"/>
            <a:ext cx="806489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Instalar las</a:t>
            </a:r>
            <a:r>
              <a:rPr lang="es-MX" sz="3200" b="1" spc="-2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MX" sz="3200" b="1" spc="-1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MX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3200" b="1" spc="-8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MX" sz="3200" b="1" spc="-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erías: </a:t>
            </a:r>
            <a:r>
              <a:rPr lang="es-MX" sz="3200" b="1" spc="-4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pandas</a:t>
            </a: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xlrd</a:t>
            </a:r>
            <a:r>
              <a:rPr lang="es-MX" sz="32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32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MX" sz="3200" b="1" spc="1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32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openpyxl</a:t>
            </a:r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64F779B-86F0-C1EF-5DA2-9EA7153B3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277490"/>
            <a:ext cx="4552582" cy="2215992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03DFFF3B-CFD3-80B6-555E-AB23B7E1BF5A}"/>
              </a:ext>
            </a:extLst>
          </p:cNvPr>
          <p:cNvSpPr txBox="1"/>
          <p:nvPr/>
        </p:nvSpPr>
        <p:spPr>
          <a:xfrm>
            <a:off x="324111" y="1738594"/>
            <a:ext cx="368346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6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ool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75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600" b="1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ge pack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ges</a:t>
            </a: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BBBD6A71-DB64-D026-62A1-BFD95F63DD98}"/>
              </a:ext>
            </a:extLst>
          </p:cNvPr>
          <p:cNvSpPr txBox="1"/>
          <p:nvPr/>
        </p:nvSpPr>
        <p:spPr>
          <a:xfrm>
            <a:off x="5136423" y="1718306"/>
            <a:ext cx="3563987" cy="18010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Escri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imos   </a:t>
            </a:r>
            <a:r>
              <a:rPr sz="160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sz="1600" spc="-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nombr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sz="1600" spc="-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sz="160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rería,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ic </a:t>
            </a:r>
            <a:r>
              <a:rPr sz="1600" spc="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b="1" spc="-15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600" b="1" spc="-15" dirty="0">
                <a:latin typeface="Arial" panose="020B0604020202020204" pitchFamily="34" charset="0"/>
                <a:cs typeface="Arial" panose="020B0604020202020204" pitchFamily="34" charset="0"/>
              </a:rPr>
              <a:t>ackages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 Fr</a:t>
            </a:r>
            <a:r>
              <a:rPr sz="1600" b="1" spc="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PyP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sz="1600" b="1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16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cli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sz="16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ala</a:t>
            </a:r>
            <a:r>
              <a:rPr sz="1600" spc="-14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sz="16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Es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sari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hacerl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sz="1600" spc="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rías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des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sta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14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F0342FA-69FF-76D6-E34F-B75028D50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423" y="3658685"/>
            <a:ext cx="3809145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112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58</Words>
  <Application>Microsoft Office PowerPoint</Application>
  <PresentationFormat>Presentación en pantalla (4:3)</PresentationFormat>
  <Paragraphs>7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de Office</vt:lpstr>
      <vt:lpstr>TC 1037  Pensamiento algorítmico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 1028 Pensamiento computacional para ingeniería</dc:title>
  <dc:creator>Lizethe Pérez Fuertes</dc:creator>
  <cp:lastModifiedBy>Lizethe Pérez Fuertes</cp:lastModifiedBy>
  <cp:revision>6</cp:revision>
  <dcterms:created xsi:type="dcterms:W3CDTF">2021-02-08T22:03:18Z</dcterms:created>
  <dcterms:modified xsi:type="dcterms:W3CDTF">2026-08-19T20:48:17Z</dcterms:modified>
</cp:coreProperties>
</file>