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302" r:id="rId13"/>
    <p:sldId id="303" r:id="rId14"/>
    <p:sldId id="304" r:id="rId15"/>
    <p:sldId id="305" r:id="rId16"/>
    <p:sldId id="318" r:id="rId17"/>
    <p:sldId id="316" r:id="rId18"/>
    <p:sldId id="317" r:id="rId19"/>
    <p:sldId id="298" r:id="rId20"/>
    <p:sldId id="299" r:id="rId21"/>
    <p:sldId id="300" r:id="rId22"/>
    <p:sldId id="301" r:id="rId23"/>
    <p:sldId id="290" r:id="rId24"/>
    <p:sldId id="291" r:id="rId25"/>
    <p:sldId id="292" r:id="rId26"/>
    <p:sldId id="293" r:id="rId27"/>
    <p:sldId id="320" r:id="rId28"/>
    <p:sldId id="321" r:id="rId29"/>
    <p:sldId id="324" r:id="rId30"/>
    <p:sldId id="277" r:id="rId31"/>
    <p:sldId id="278" r:id="rId32"/>
    <p:sldId id="326" r:id="rId33"/>
    <p:sldId id="309" r:id="rId34"/>
    <p:sldId id="314" r:id="rId35"/>
    <p:sldId id="311" r:id="rId36"/>
    <p:sldId id="312" r:id="rId37"/>
    <p:sldId id="322" r:id="rId38"/>
    <p:sldId id="327" r:id="rId39"/>
    <p:sldId id="282" r:id="rId4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3239" autoAdjust="0"/>
  </p:normalViewPr>
  <p:slideViewPr>
    <p:cSldViewPr>
      <p:cViewPr varScale="1">
        <p:scale>
          <a:sx n="115" d="100"/>
          <a:sy n="115" d="100"/>
        </p:scale>
        <p:origin x="15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19T18:15:25.287" v="20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19T18:15:25.287" v="20" actId="2763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9T18:15:25.287" v="20" actId="27636"/>
          <ac:spMkLst>
            <pc:docMk/>
            <pc:sldMk cId="2553855534" sldId="28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0355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383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9053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8420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4018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2605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CF1478-83C0-459C-9DF2-CF8FE5DEE0C4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240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19/08/2026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3 Imagen">
            <a:extLst>
              <a:ext uri="{FF2B5EF4-FFF2-40B4-BE49-F238E27FC236}">
                <a16:creationId xmlns:a16="http://schemas.microsoft.com/office/drawing/2014/main" id="{44BBD18F-0D6E-45EA-9199-2B7DCDB2D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996952"/>
            <a:ext cx="4896544" cy="271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557586"/>
            <a:ext cx="7772400" cy="352759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sesiones pasadas definimos a la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variable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como la asociación entre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s-ES_tradnl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una localidad. </a:t>
            </a:r>
          </a:p>
          <a:p>
            <a:pPr algn="just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Hasta ahora, si necesitamos guardar varios valores necesitamos definir una variable para cada uno de ellos.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394" y="4653136"/>
            <a:ext cx="1800200" cy="187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052736"/>
            <a:ext cx="8497887" cy="5878513"/>
          </a:xfrm>
        </p:spPr>
        <p:txBody>
          <a:bodyPr/>
          <a:lstStyle/>
          <a:p>
            <a:pPr marL="0" indent="0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supongamos que necesitamos trabajar con 10 valores enteros; el código para definir a estas 10 variables sería algo como lo siguiente: 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endParaRPr lang="es-ES_tradnl" sz="1400" b="1" dirty="0"/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        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x0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x1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x2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x3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x4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x5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x6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x7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x8 </a:t>
            </a:r>
          </a:p>
          <a:p>
            <a:pPr lvl="4"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</a:rPr>
              <a:t>             x9</a:t>
            </a:r>
          </a:p>
        </p:txBody>
      </p:sp>
      <p:pic>
        <p:nvPicPr>
          <p:cNvPr id="5123" name="Picture 3" descr="arr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5965"/>
            <a:ext cx="2101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2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29431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9138" y="1125538"/>
            <a:ext cx="7813302" cy="51816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400"/>
              </a:lnSpc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¿Qué tal si ahora necesitamos definir una función en donde se asigne a cada variable el valor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?, el código sería algo como lo siguiente: </a:t>
            </a:r>
          </a:p>
          <a:p>
            <a:pPr eaLnBrk="1" hangingPunct="1">
              <a:lnSpc>
                <a:spcPct val="90000"/>
              </a:lnSpc>
            </a:pPr>
            <a:endParaRPr lang="es-ES_tradnl" sz="16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iniciaMenosUno ( ):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x0=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x1=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x2=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x3=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x4=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x5=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x6=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x7=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x8=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r>
              <a:rPr lang="es-ES_tradnl" sz="1900" b="1" dirty="0"/>
              <a:t> 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es-ES_tradnl" sz="1900" b="1" dirty="0"/>
              <a:t>      x9=</a:t>
            </a:r>
            <a:r>
              <a:rPr lang="es-ES_tradnl" sz="1900" b="1" dirty="0">
                <a:solidFill>
                  <a:srgbClr val="0000FF"/>
                </a:solidFill>
              </a:rPr>
              <a:t>-1</a:t>
            </a:r>
            <a:endParaRPr lang="es-ES_tradnl" sz="1900" b="1" dirty="0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540510"/>
            <a:ext cx="2488596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7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49" y="1628329"/>
            <a:ext cx="7488759" cy="1080591"/>
          </a:xfrm>
        </p:spPr>
        <p:txBody>
          <a:bodyPr/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Pero ¿Qué tal si en lugar de trabajar con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necesitamos definir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1000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? </a:t>
            </a:r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523" y="2924944"/>
            <a:ext cx="2204885" cy="2688884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22360" y="2924944"/>
            <a:ext cx="4857752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500"/>
              </a:lnSpc>
              <a:spcBef>
                <a:spcPct val="50000"/>
              </a:spcBef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tal si en vez de trabajar con varias variables aisladas, trabajamos con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 solo contenedor de variables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623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658" y="1340768"/>
            <a:ext cx="7704782" cy="434022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variable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una asociación entre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nombre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 grupo de localidades.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Cada localidad está asociada con un número, de tal manera que para identificar a localidad específica de la lista es necesario escribir su número. </a:t>
            </a:r>
          </a:p>
          <a:p>
            <a:pPr algn="just" eaLnBrk="1" hangingPunct="1">
              <a:lnSpc>
                <a:spcPts val="32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primera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 siempre corresponde a la localidad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última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corresponde 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en donde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localidades de la lista. </a:t>
            </a:r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013176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9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82" y="1236167"/>
            <a:ext cx="7416750" cy="1328737"/>
          </a:xfrm>
        </p:spPr>
        <p:txBody>
          <a:bodyPr>
            <a:normAutofit fontScale="925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en una lista de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localidades, la primera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última localidad es </a:t>
            </a:r>
            <a:r>
              <a:rPr lang="es-ES_tradnl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8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192515" name="Picture 3" descr="arr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587327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8" name="Rectangle 6"/>
          <p:cNvSpPr>
            <a:spLocks noGrp="1" noChangeArrowheads="1"/>
          </p:cNvSpPr>
          <p:nvPr>
            <p:ph type="title"/>
          </p:nvPr>
        </p:nvSpPr>
        <p:spPr>
          <a:xfrm>
            <a:off x="1042988" y="-27384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426990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9632" y="1700808"/>
            <a:ext cx="4062163" cy="4032349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característica de una variable lista son los corchetes(</a:t>
            </a:r>
            <a:r>
              <a:rPr lang="es-ES_tradnl" sz="2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]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). Una definición de variables que los incluya, indica que la variable es una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lista.</a:t>
            </a:r>
          </a:p>
          <a:p>
            <a:pPr marL="0" indent="0" algn="just" eaLnBrk="1" hangingPunct="1">
              <a:buNone/>
            </a:pPr>
            <a:endParaRPr lang="es-ES_tradnl" sz="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[]</a:t>
            </a:r>
          </a:p>
          <a:p>
            <a:pPr marL="0" indent="0" algn="just">
              <a:lnSpc>
                <a:spcPts val="3300"/>
              </a:lnSpc>
              <a:buNone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lista = ['a',  1 , "Buen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dia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"]</a:t>
            </a: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 eaLnBrk="1" hangingPunct="1">
              <a:lnSpc>
                <a:spcPts val="3300"/>
              </a:lnSpc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title"/>
          </p:nvPr>
        </p:nvSpPr>
        <p:spPr>
          <a:xfrm>
            <a:off x="1056184" y="260648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1 Imagen">
            <a:extLst>
              <a:ext uri="{FF2B5EF4-FFF2-40B4-BE49-F238E27FC236}">
                <a16:creationId xmlns:a16="http://schemas.microsoft.com/office/drawing/2014/main" id="{758D5865-7C63-4430-812A-49E894058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084558"/>
            <a:ext cx="2204885" cy="26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3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3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3569" y="1268760"/>
            <a:ext cx="7704855" cy="381642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vez que hemos declarado la variable lista, ¿Cómo tenemos acceso a los valores? Debemos recordar que las localidades de una lista están numeradas 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(en donde </a:t>
            </a:r>
            <a:r>
              <a:rPr lang="es-ES_tradnl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el tamaño de la lista).  </a:t>
            </a:r>
          </a:p>
          <a:p>
            <a:pPr algn="just" eaLnBrk="1" hangingPunct="1">
              <a:lnSpc>
                <a:spcPts val="3500"/>
              </a:lnSpc>
              <a:spcBef>
                <a:spcPct val="5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hacer referencia a una localidad específica de la lista debemos escribir el </a:t>
            </a:r>
            <a:r>
              <a:rPr lang="es-ES_tradnl" sz="22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 de la variable y entre los corchetes el número de la localidad. </a:t>
            </a:r>
          </a:p>
        </p:txBody>
      </p:sp>
      <p:sp>
        <p:nvSpPr>
          <p:cNvPr id="196613" name="Rectangle 5"/>
          <p:cNvSpPr>
            <a:spLocks noGrp="1" noChangeArrowheads="1"/>
          </p:cNvSpPr>
          <p:nvPr>
            <p:ph type="title"/>
          </p:nvPr>
        </p:nvSpPr>
        <p:spPr>
          <a:xfrm>
            <a:off x="1187004" y="44624"/>
            <a:ext cx="6625356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797152"/>
            <a:ext cx="2952328" cy="16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0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7676" y="1200188"/>
            <a:ext cx="7416824" cy="1584176"/>
          </a:xfrm>
        </p:spPr>
        <p:txBody>
          <a:bodyPr>
            <a:normAutofit/>
          </a:bodyPr>
          <a:lstStyle/>
          <a:p>
            <a:pPr eaLnBrk="1" hangingPunct="1">
              <a:lnSpc>
                <a:spcPts val="4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manera como indicamos a la primera localidad de la lista es lista[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 y la última localidad es lista[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].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title"/>
          </p:nvPr>
        </p:nvSpPr>
        <p:spPr>
          <a:xfrm>
            <a:off x="1103188" y="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pic>
        <p:nvPicPr>
          <p:cNvPr id="4" name="Picture 3" descr="arr02">
            <a:extLst>
              <a:ext uri="{FF2B5EF4-FFF2-40B4-BE49-F238E27FC236}">
                <a16:creationId xmlns:a16="http://schemas.microsoft.com/office/drawing/2014/main" id="{B6436D1F-C8F3-41B2-8E56-6D321693E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831" y="2564904"/>
            <a:ext cx="3208338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09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576" y="1556792"/>
            <a:ext cx="7704781" cy="41044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forma de asignar un valor a una localidad específica de la lista es la siguiente: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ts val="3100"/>
              </a:lnSpc>
              <a:buFontTx/>
              <a:buNone/>
            </a:pP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[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] =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ts val="3100"/>
              </a:lnSpc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ts val="31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</a:t>
            </a: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nombre de la variable lista,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localidad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la localidad de la lista (entre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n-1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tamaño de la lista) y </a:t>
            </a:r>
            <a:r>
              <a:rPr lang="es-ES_tradnl" sz="2000" b="1" dirty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valor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cualquier dato del tipo con que fue definido la lista.</a:t>
            </a:r>
          </a:p>
        </p:txBody>
      </p:sp>
      <p:sp>
        <p:nvSpPr>
          <p:cNvPr id="198661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188913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132076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1331913" y="1712539"/>
            <a:ext cx="6459537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Declarar una lista llamado </a:t>
            </a:r>
            <a:r>
              <a:rPr lang="es-ES_tradnl" sz="2400" b="1" dirty="0" err="1">
                <a:solidFill>
                  <a:srgbClr val="FF3300"/>
                </a:solidFill>
              </a:rPr>
              <a:t>numeros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 guardar en cada localidad los valores </a:t>
            </a:r>
            <a:r>
              <a:rPr lang="es-ES_tradnl" sz="2400" dirty="0">
                <a:solidFill>
                  <a:srgbClr val="0000FF"/>
                </a:solidFill>
              </a:rPr>
              <a:t>0.2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0.4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rgbClr val="0000FF"/>
                </a:solidFill>
              </a:rPr>
              <a:t>0.6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y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rgbClr val="0000FF"/>
                </a:solidFill>
              </a:rPr>
              <a:t>0.8</a:t>
            </a:r>
            <a:r>
              <a:rPr lang="es-ES_tradnl" sz="2400" dirty="0"/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respectivamente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566" y="35730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84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69456" y="2348880"/>
            <a:ext cx="5194832" cy="72008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_tradnl" dirty="0" err="1"/>
              <a:t>numeros</a:t>
            </a:r>
            <a:r>
              <a:rPr lang="es-ES_tradnl" dirty="0"/>
              <a:t> =  [</a:t>
            </a:r>
            <a:r>
              <a:rPr lang="es-ES_tradnl" dirty="0">
                <a:solidFill>
                  <a:srgbClr val="0000FF"/>
                </a:solidFill>
              </a:rPr>
              <a:t>0.2, 0.4, 0.6, 0.8</a:t>
            </a:r>
            <a:r>
              <a:rPr lang="es-ES_tradnl" dirty="0"/>
              <a:t>]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72559" y="188640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0BB2558E-285F-412B-9A0C-447197188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68456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8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1296988" y="1676400"/>
            <a:ext cx="640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Sumar el valor de </a:t>
            </a:r>
            <a:r>
              <a:rPr lang="es-ES_tradnl" sz="2800" b="1" dirty="0">
                <a:solidFill>
                  <a:srgbClr val="FF0000"/>
                </a:solidFill>
              </a:rPr>
              <a:t>8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a cada una de las localidades de la lista del ejemplo anterior</a:t>
            </a:r>
            <a:endParaRPr lang="es-E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31762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41297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38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3356" y="1484784"/>
            <a:ext cx="6986588" cy="4525962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s-ES_tradnl" dirty="0"/>
          </a:p>
          <a:p>
            <a:pPr eaLnBrk="1" hangingPunct="1">
              <a:buFontTx/>
              <a:buNone/>
            </a:pPr>
            <a:r>
              <a:rPr lang="es-ES_tradnl" dirty="0"/>
              <a:t>      </a:t>
            </a:r>
            <a:r>
              <a:rPr lang="es-ES_tradnl" dirty="0" err="1"/>
              <a:t>numeros</a:t>
            </a:r>
            <a:r>
              <a:rPr lang="es-ES_tradnl" dirty="0"/>
              <a:t>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= numeros[</a:t>
            </a:r>
            <a:r>
              <a:rPr lang="es-ES_tradnl" dirty="0">
                <a:solidFill>
                  <a:srgbClr val="0000FF"/>
                </a:solidFill>
              </a:rPr>
              <a:t>0</a:t>
            </a:r>
            <a:r>
              <a:rPr lang="es-ES_tradnl" dirty="0"/>
              <a:t>] +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1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2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  <a:p>
            <a:pPr>
              <a:buNone/>
            </a:pPr>
            <a:r>
              <a:rPr lang="es-ES_tradnl" dirty="0"/>
              <a:t>	 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]= numeros[</a:t>
            </a:r>
            <a:r>
              <a:rPr lang="es-ES_tradnl" dirty="0">
                <a:solidFill>
                  <a:srgbClr val="0000FF"/>
                </a:solidFill>
              </a:rPr>
              <a:t>3</a:t>
            </a:r>
            <a:r>
              <a:rPr lang="es-ES_tradnl" dirty="0"/>
              <a:t>] +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b="1" dirty="0">
                <a:solidFill>
                  <a:srgbClr val="FF0000"/>
                </a:solidFill>
              </a:rPr>
              <a:t>8</a:t>
            </a:r>
            <a:endParaRPr lang="es-ES_tradnl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4056" y="300186"/>
            <a:ext cx="647625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6" name="1 Imagen">
            <a:extLst>
              <a:ext uri="{FF2B5EF4-FFF2-40B4-BE49-F238E27FC236}">
                <a16:creationId xmlns:a16="http://schemas.microsoft.com/office/drawing/2014/main" id="{3640E280-5024-4119-AD96-7E660823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508518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5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00" y="1412776"/>
            <a:ext cx="8656340" cy="95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La estructura compañera de las listas es el ciclo 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4B1ABE-9D97-4D96-9F2E-560FB87FF972}"/>
              </a:ext>
            </a:extLst>
          </p:cNvPr>
          <p:cNvSpPr/>
          <p:nvPr/>
        </p:nvSpPr>
        <p:spPr>
          <a:xfrm>
            <a:off x="1066800" y="2561440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C7B1DD2-9AE7-4536-9EE2-1100503A2665}"/>
              </a:ext>
            </a:extLst>
          </p:cNvPr>
          <p:cNvSpPr/>
          <p:nvPr/>
        </p:nvSpPr>
        <p:spPr>
          <a:xfrm>
            <a:off x="5796136" y="4679032"/>
            <a:ext cx="2448272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dirty="0"/>
              <a:t> obtiene el número de elementos en la lista.</a:t>
            </a:r>
          </a:p>
        </p:txBody>
      </p:sp>
    </p:spTree>
    <p:extLst>
      <p:ext uri="{BB962C8B-B14F-4D97-AF65-F5344CB8AC3E}">
        <p14:creationId xmlns:p14="http://schemas.microsoft.com/office/powerpoint/2010/main" val="34104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Define una lista que almacene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10 números enteros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77916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12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772816"/>
            <a:ext cx="7488832" cy="223224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declaración de la variable lista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contiene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enteros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siguiente: </a:t>
            </a:r>
          </a:p>
          <a:p>
            <a:pPr algn="ctr" eaLnBrk="1" hangingPunct="1">
              <a:buFontTx/>
              <a:buNone/>
            </a:pP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= [1, 2, 3, 4, 5, 6, 7, 8, 9, 10]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F0F6D1EB-23C8-4E07-ADB9-E62323EB7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4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anterior en la pantalla.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6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412776"/>
            <a:ext cx="7365330" cy="24530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pantalla:</a:t>
            </a:r>
          </a:p>
          <a:p>
            <a:pPr>
              <a:lnSpc>
                <a:spcPct val="150000"/>
              </a:lnSpc>
              <a:buNone/>
            </a:pP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5178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2D9DAA-48F1-4E8A-B242-D0930008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66" y="2420888"/>
            <a:ext cx="3524250" cy="32766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2CDC4FC-C48B-458E-A80E-4DEE76B1F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93627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6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683568" y="1571998"/>
            <a:ext cx="8168952" cy="1962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el ciclo para imprimir la lista en la pantalla. Usa 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 para evitar el salto de línea por default así: </a:t>
            </a:r>
          </a:p>
          <a:p>
            <a:pPr algn="ctr">
              <a:lnSpc>
                <a:spcPct val="150000"/>
              </a:lnSpc>
            </a:pPr>
            <a:endParaRPr lang="es-MX" sz="12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 ele, </a:t>
            </a:r>
            <a:r>
              <a:rPr lang="es-MX" sz="2400" b="1" dirty="0" err="1">
                <a:solidFill>
                  <a:srgbClr val="FF0000"/>
                </a:solidFill>
              </a:rPr>
              <a:t>end</a:t>
            </a:r>
            <a:r>
              <a:rPr lang="es-MX" sz="2400" b="1" dirty="0">
                <a:solidFill>
                  <a:srgbClr val="FF0000"/>
                </a:solidFill>
              </a:rPr>
              <a:t> = ' '</a:t>
            </a:r>
            <a:r>
              <a:rPr lang="es-MX" sz="2400" b="1" dirty="0">
                <a:solidFill>
                  <a:srgbClr val="0070C0"/>
                </a:solidFill>
              </a:rPr>
              <a:t>) </a:t>
            </a:r>
            <a:endParaRPr lang="es-ES" sz="2400" b="1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6064" y="2736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855345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355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3608" y="1412776"/>
            <a:ext cx="7365330" cy="245306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siguiente código imprime la lista en la pantalla, sin salto de línea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pt-BR" sz="12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for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print(ele, </a:t>
            </a:r>
            <a:r>
              <a:rPr lang="pt-BR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pt-B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='  '</a:t>
            </a:r>
            <a:r>
              <a:rPr lang="pt-BR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01752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CAD491-684F-465E-A074-BA5D06B0C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33" y="4059186"/>
            <a:ext cx="3505200" cy="2085975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74D6376D-3894-4915-A4B2-DDC74F132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30024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7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5 a 35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809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21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78372" y="1628800"/>
            <a:ext cx="7128792" cy="1656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a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35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ES_tradnl" sz="24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[ 5 ] = 35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7937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16549C-1911-44D3-9801-43F4FBB4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52" y="3314948"/>
            <a:ext cx="3495675" cy="2171700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F35C7C75-C38F-4E47-808A-E12F97CF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64261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7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547664" y="1733278"/>
            <a:ext cx="5976664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Establece el valor de la localidad 7 a la suma de la localidad 6 y la 9.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71600" y="18864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443" y="3185628"/>
            <a:ext cx="369466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06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11126" y="1340768"/>
            <a:ext cx="7128792" cy="22322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valor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modifica con la suma de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la localidad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sz="1200" b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es-ES_tradnl" sz="24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[ 7 ] =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[ 6 ] +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[ 9 ]</a:t>
            </a:r>
            <a:endParaRPr lang="es-ES_tradnl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112724" y="12154"/>
            <a:ext cx="494049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7B899D-84E2-4CA2-8038-FCF5796D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90" y="3709935"/>
            <a:ext cx="3688966" cy="2391747"/>
          </a:xfrm>
          <a:prstGeom prst="rect">
            <a:avLst/>
          </a:prstGeom>
        </p:spPr>
      </p:pic>
      <p:pic>
        <p:nvPicPr>
          <p:cNvPr id="8" name="1 Imagen">
            <a:extLst>
              <a:ext uri="{FF2B5EF4-FFF2-40B4-BE49-F238E27FC236}">
                <a16:creationId xmlns:a16="http://schemas.microsoft.com/office/drawing/2014/main" id="{E9DCB2B9-C55A-4C93-B9A2-257CB7696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0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1071116" y="1564854"/>
            <a:ext cx="7533332" cy="3594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¿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Qué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imprime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el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200" b="1" dirty="0" err="1">
                <a:solidFill>
                  <a:schemeClr val="accent6">
                    <a:lumMod val="75000"/>
                  </a:schemeClr>
                </a:solidFill>
              </a:rPr>
              <a:t>siguiente</a:t>
            </a:r>
            <a:r>
              <a:rPr lang="pt-BR" sz="3200" b="1" dirty="0">
                <a:solidFill>
                  <a:schemeClr val="accent6">
                    <a:lumMod val="75000"/>
                  </a:schemeClr>
                </a:solidFill>
              </a:rPr>
              <a:t> código? </a:t>
            </a:r>
          </a:p>
          <a:p>
            <a:endParaRPr lang="pt-BR" sz="2000" dirty="0"/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[0,1,2,3,4] </a:t>
            </a:r>
          </a:p>
          <a:p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0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for num in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numeros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: 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( num % 2 == 0 ):        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		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 + num * 5 </a:t>
            </a:r>
          </a:p>
          <a:p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print(</a:t>
            </a:r>
            <a:r>
              <a:rPr lang="pt-BR" sz="2400" b="1" dirty="0" err="1">
                <a:solidFill>
                  <a:schemeClr val="bg2">
                    <a:lumMod val="25000"/>
                  </a:schemeClr>
                </a:solidFill>
              </a:rPr>
              <a:t>acum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</a:rPr>
              <a:t>) </a:t>
            </a:r>
            <a:endParaRPr lang="pt-BR" sz="24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s-E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531" y="4540960"/>
            <a:ext cx="2270233" cy="1504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22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430F81-7EA6-4182-BD68-937A5BF952AB}"/>
              </a:ext>
            </a:extLst>
          </p:cNvPr>
          <p:cNvSpPr/>
          <p:nvPr/>
        </p:nvSpPr>
        <p:spPr>
          <a:xfrm>
            <a:off x="611560" y="2087116"/>
            <a:ext cx="4320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iterador</a:t>
            </a:r>
          </a:p>
          <a:p>
            <a:pPr marL="457200" indent="-457200">
              <a:buFont typeface="+mj-lt"/>
              <a:buAutoNum type="arabicPeriod"/>
            </a:pPr>
            <a:endParaRPr lang="es-MX" sz="1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elemento in lista: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(elemento)</a:t>
            </a:r>
          </a:p>
          <a:p>
            <a:endParaRPr lang="es-MX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A través del índice</a:t>
            </a:r>
          </a:p>
          <a:p>
            <a:endParaRPr lang="es-MX" sz="1400" dirty="0"/>
          </a:p>
          <a:p>
            <a:r>
              <a:rPr lang="es-MX" sz="2400" b="1" dirty="0">
                <a:solidFill>
                  <a:srgbClr val="0070C0"/>
                </a:solidFill>
              </a:rPr>
              <a:t>	</a:t>
            </a:r>
            <a:r>
              <a:rPr lang="es-MX" sz="2400" b="1" dirty="0" err="1">
                <a:solidFill>
                  <a:srgbClr val="0070C0"/>
                </a:solidFill>
              </a:rPr>
              <a:t>for</a:t>
            </a:r>
            <a:r>
              <a:rPr lang="es-MX" sz="2400" b="1" dirty="0">
                <a:solidFill>
                  <a:srgbClr val="0070C0"/>
                </a:solidFill>
              </a:rPr>
              <a:t> i in </a:t>
            </a:r>
            <a:r>
              <a:rPr lang="es-MX" sz="2400" b="1" dirty="0" err="1">
                <a:solidFill>
                  <a:srgbClr val="0070C0"/>
                </a:solidFill>
              </a:rPr>
              <a:t>range</a:t>
            </a:r>
            <a:r>
              <a:rPr lang="es-MX" sz="2400" b="1" dirty="0">
                <a:solidFill>
                  <a:srgbClr val="0070C0"/>
                </a:solidFill>
              </a:rPr>
              <a:t>(0,len(lista):</a:t>
            </a:r>
          </a:p>
          <a:p>
            <a:r>
              <a:rPr lang="es-MX" sz="2400" b="1" dirty="0">
                <a:solidFill>
                  <a:srgbClr val="0070C0"/>
                </a:solidFill>
              </a:rPr>
              <a:t>		</a:t>
            </a:r>
            <a:r>
              <a:rPr lang="es-MX" sz="2400" b="1" dirty="0" err="1">
                <a:solidFill>
                  <a:srgbClr val="0070C0"/>
                </a:solidFill>
              </a:rPr>
              <a:t>print</a:t>
            </a:r>
            <a:r>
              <a:rPr lang="es-MX" sz="2400" b="1" dirty="0">
                <a:solidFill>
                  <a:srgbClr val="0070C0"/>
                </a:solidFill>
              </a:rPr>
              <a:t>(lista[i])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FB1FB7-9245-42F8-AD24-F8A5D3A0E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7629" y="5375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Listas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E46FC2-29EF-413E-B53D-40375D97279A}"/>
              </a:ext>
            </a:extLst>
          </p:cNvPr>
          <p:cNvSpPr/>
          <p:nvPr/>
        </p:nvSpPr>
        <p:spPr>
          <a:xfrm>
            <a:off x="5148064" y="2098117"/>
            <a:ext cx="3528392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b="1" dirty="0"/>
              <a:t>La función </a:t>
            </a:r>
            <a:r>
              <a:rPr lang="es-MX" b="1" dirty="0" err="1">
                <a:solidFill>
                  <a:srgbClr val="FF0000"/>
                </a:solidFill>
              </a:rPr>
              <a:t>len</a:t>
            </a:r>
            <a:r>
              <a:rPr lang="es-MX" b="1" dirty="0"/>
              <a:t> obtiene el número de elementos en la lista</a:t>
            </a:r>
          </a:p>
          <a:p>
            <a:endParaRPr lang="es-MX" b="1" dirty="0"/>
          </a:p>
          <a:p>
            <a:r>
              <a:rPr lang="es-MX" b="1" dirty="0"/>
              <a:t>lista=[8,5,2]</a:t>
            </a:r>
          </a:p>
          <a:p>
            <a:r>
              <a:rPr lang="es-MX" b="1" dirty="0" err="1"/>
              <a:t>print</a:t>
            </a:r>
            <a:r>
              <a:rPr lang="es-MX" b="1" dirty="0"/>
              <a:t>(</a:t>
            </a:r>
            <a:r>
              <a:rPr lang="es-MX" b="1" dirty="0" err="1"/>
              <a:t>len</a:t>
            </a:r>
            <a:r>
              <a:rPr lang="es-MX" b="1" dirty="0"/>
              <a:t>(lista))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CEE6A6-F490-4298-B1CA-5E41F0AF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874431"/>
            <a:ext cx="2520280" cy="2065400"/>
          </a:xfrm>
          <a:prstGeom prst="rect">
            <a:avLst/>
          </a:prstGeom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23DCC806-EE79-4028-B457-F3F4E8775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870" y="1302135"/>
            <a:ext cx="8656340" cy="49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</a:rPr>
              <a:t>El acceso a los elementos de una lista puede ser de dos formas:</a:t>
            </a:r>
            <a:endParaRPr lang="es-MX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04E3E5-A0F9-4F07-90A1-7B38E8A86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104" y="4321488"/>
            <a:ext cx="1787466" cy="1787466"/>
          </a:xfrm>
          <a:prstGeom prst="rect">
            <a:avLst/>
          </a:prstGeom>
        </p:spPr>
      </p:pic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49437" y="0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crear una lista?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EF6EDF-B2E5-4079-BA7A-28B849F8F330}"/>
              </a:ext>
            </a:extLst>
          </p:cNvPr>
          <p:cNvSpPr/>
          <p:nvPr/>
        </p:nvSpPr>
        <p:spPr>
          <a:xfrm>
            <a:off x="566131" y="1143000"/>
            <a:ext cx="739370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insert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insert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(i, 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Con el método </a:t>
            </a:r>
            <a:r>
              <a:rPr lang="es-MX" sz="2400" b="1" dirty="0" err="1">
                <a:solidFill>
                  <a:schemeClr val="accent6">
                    <a:lumMod val="75000"/>
                  </a:schemeClr>
                </a:solidFill>
              </a:rPr>
              <a:t>append</a:t>
            </a:r>
            <a:endParaRPr lang="es-MX" sz="24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MX" sz="1400" dirty="0"/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 =  [ ]</a:t>
            </a:r>
          </a:p>
          <a:p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 in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range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(0,tam):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valor = 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(input("Introduce un valor: "))</a:t>
            </a:r>
          </a:p>
          <a:p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2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lista.</a:t>
            </a:r>
            <a:r>
              <a:rPr lang="es-MX" sz="2400" b="1" dirty="0" err="1">
                <a:solidFill>
                  <a:srgbClr val="FF0000"/>
                </a:solidFill>
              </a:rPr>
              <a:t>append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(valor)</a:t>
            </a:r>
          </a:p>
          <a:p>
            <a:endParaRPr lang="es-MX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0415F6-B844-41A8-BB3E-A9AFD415CED9}"/>
              </a:ext>
            </a:extLst>
          </p:cNvPr>
          <p:cNvSpPr/>
          <p:nvPr/>
        </p:nvSpPr>
        <p:spPr>
          <a:xfrm>
            <a:off x="6732240" y="1509970"/>
            <a:ext cx="2291522" cy="28007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1600" dirty="0"/>
              <a:t>La </a:t>
            </a:r>
            <a:r>
              <a:rPr lang="es-ES" sz="1600" b="1" dirty="0"/>
              <a:t>diferencia</a:t>
            </a:r>
            <a:r>
              <a:rPr lang="es-ES" sz="1600" dirty="0"/>
              <a:t> entre </a:t>
            </a:r>
            <a:r>
              <a:rPr lang="es-ES" sz="1600" b="1" dirty="0" err="1"/>
              <a:t>append</a:t>
            </a:r>
            <a:r>
              <a:rPr lang="es-ES" sz="1600" dirty="0"/>
              <a:t> () e </a:t>
            </a:r>
            <a:r>
              <a:rPr lang="es-ES" sz="1600" b="1" dirty="0" err="1"/>
              <a:t>insert</a:t>
            </a:r>
            <a:r>
              <a:rPr lang="es-ES" sz="1600" dirty="0"/>
              <a:t> () es que la función de inserción nos permite agregar un elemento específico en un índice específico de la lista a </a:t>
            </a:r>
            <a:r>
              <a:rPr lang="es-ES" sz="1600" b="1" dirty="0"/>
              <a:t>diferencia</a:t>
            </a:r>
            <a:r>
              <a:rPr lang="es-ES" sz="1600" dirty="0"/>
              <a:t> de </a:t>
            </a:r>
            <a:r>
              <a:rPr lang="es-ES" sz="1600" b="1" dirty="0" err="1"/>
              <a:t>append</a:t>
            </a:r>
            <a:r>
              <a:rPr lang="es-ES" sz="1600" dirty="0"/>
              <a:t> () donde podemos agregar el elemento solo al final de la lista.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35252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1060450" y="1469683"/>
            <a:ext cx="7086600" cy="195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Analiza las siguientes simulaciones para comprender la relación del ciclo </a:t>
            </a:r>
            <a:r>
              <a:rPr lang="es-ES_tradnl" sz="2800" b="1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s-ES_tradnl" sz="2800" dirty="0">
                <a:solidFill>
                  <a:schemeClr val="bg2">
                    <a:lumMod val="25000"/>
                  </a:schemeClr>
                </a:solidFill>
              </a:rPr>
              <a:t> con las listas.</a:t>
            </a:r>
            <a:endParaRPr lang="es-ES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7403" y="1245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0847B0-2CBF-4016-8702-E639F2E1E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82" y="3631525"/>
            <a:ext cx="3024336" cy="27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4CBD2E-D5DB-469E-9DE2-2C7FAA98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12" y="2335522"/>
            <a:ext cx="5819775" cy="2733675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insert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685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969789D-CC31-4A07-BECD-C7673CB0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31" y="2250491"/>
            <a:ext cx="6163258" cy="2883633"/>
          </a:xfrm>
          <a:prstGeom prst="rect">
            <a:avLst/>
          </a:prstGeom>
        </p:spPr>
      </p:pic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269" y="1130726"/>
            <a:ext cx="8697438" cy="1468507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crea_lista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tam</a:t>
            </a:r>
            <a:r>
              <a:rPr lang="es-ES_tradnl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el tamaño de la lista a crear y crea cada localidad de la lista con su número de casilla, haciendo uso del </a:t>
            </a:r>
            <a:r>
              <a:rPr lang="es-ES_tradnl" sz="1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método </a:t>
            </a:r>
            <a:r>
              <a:rPr lang="es-ES_tradnl" sz="1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append</a:t>
            </a: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eaLnBrk="1" hangingPunct="1">
              <a:buNone/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5828" name="Group 4"/>
          <p:cNvGrpSpPr>
            <a:grpSpLocks/>
          </p:cNvGrpSpPr>
          <p:nvPr/>
        </p:nvGrpSpPr>
        <p:grpSpPr bwMode="auto">
          <a:xfrm>
            <a:off x="3855913" y="5553224"/>
            <a:ext cx="5013325" cy="900112"/>
            <a:chOff x="2458" y="3321"/>
            <a:chExt cx="3158" cy="567"/>
          </a:xfrm>
        </p:grpSpPr>
        <p:grpSp>
          <p:nvGrpSpPr>
            <p:cNvPr id="22920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2932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3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4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5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6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7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8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39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0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2941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2921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22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23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24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25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26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27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28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29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30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31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5851" name="Group 27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488" y="2736"/>
            <a:chExt cx="3158" cy="1164"/>
          </a:xfrm>
        </p:grpSpPr>
        <p:sp>
          <p:nvSpPr>
            <p:cNvPr id="22897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8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9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0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1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2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3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4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5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6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07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908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909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910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911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912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913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914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915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916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917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918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919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5876" name="Group 52"/>
          <p:cNvGrpSpPr>
            <a:grpSpLocks/>
          </p:cNvGrpSpPr>
          <p:nvPr/>
        </p:nvGrpSpPr>
        <p:grpSpPr bwMode="auto">
          <a:xfrm>
            <a:off x="3855913" y="4605486"/>
            <a:ext cx="5013325" cy="1847850"/>
            <a:chOff x="-1248" y="1056"/>
            <a:chExt cx="3158" cy="1164"/>
          </a:xfrm>
        </p:grpSpPr>
        <p:sp>
          <p:nvSpPr>
            <p:cNvPr id="22872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3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74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5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6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7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8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9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0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1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82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83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84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85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86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87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88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89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90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91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92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93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94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95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96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5902" name="Group 7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504" y="2640"/>
            <a:chExt cx="3216" cy="1164"/>
          </a:xfrm>
        </p:grpSpPr>
        <p:sp>
          <p:nvSpPr>
            <p:cNvPr id="22831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2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3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34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5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6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7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8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9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0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41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42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43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44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45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46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47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48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49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50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51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52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53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4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55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6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7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58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59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60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1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62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3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64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5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66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7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68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69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70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71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44" name="Group 12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2592"/>
            <a:chExt cx="3216" cy="1164"/>
          </a:xfrm>
        </p:grpSpPr>
        <p:sp>
          <p:nvSpPr>
            <p:cNvPr id="22790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1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2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3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94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5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6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7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8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99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00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801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802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803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804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805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806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807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808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809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810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811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812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3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814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5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6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817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18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819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0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821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2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823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4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825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6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827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28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829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830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5986" name="Group 16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408" y="1152"/>
            <a:chExt cx="3216" cy="1164"/>
          </a:xfrm>
        </p:grpSpPr>
        <p:sp>
          <p:nvSpPr>
            <p:cNvPr id="22749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0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1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2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3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54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5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6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7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8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59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60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61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62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63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64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65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66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67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68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69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70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71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2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73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4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5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76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7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78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79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80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1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82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3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84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5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86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7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88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89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28" name="Group 204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-240"/>
            <a:chExt cx="3216" cy="1164"/>
          </a:xfrm>
        </p:grpSpPr>
        <p:sp>
          <p:nvSpPr>
            <p:cNvPr id="22708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09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0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1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2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3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14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5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6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7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18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719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720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721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722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723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724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725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726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727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728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729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730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1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732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3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4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735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6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737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38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739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0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41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2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43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4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45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6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47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48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070" name="Group 246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2016"/>
            <a:chExt cx="3216" cy="1164"/>
          </a:xfrm>
        </p:grpSpPr>
        <p:sp>
          <p:nvSpPr>
            <p:cNvPr id="22667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8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69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0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1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2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3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74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5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6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77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78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79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80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81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82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83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84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85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86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87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88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89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0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91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2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3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94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5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96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7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98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99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700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1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702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3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704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5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706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707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12" name="Group 288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384"/>
            <a:chExt cx="3216" cy="1164"/>
          </a:xfrm>
        </p:grpSpPr>
        <p:sp>
          <p:nvSpPr>
            <p:cNvPr id="22626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7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8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29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0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1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2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3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4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35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36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637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638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639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640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41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42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43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44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45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46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47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48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49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50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1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2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53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4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55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6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57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58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59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0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61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2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63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4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65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66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54" name="Group 330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216" y="432"/>
            <a:chExt cx="3216" cy="1164"/>
          </a:xfrm>
        </p:grpSpPr>
        <p:sp>
          <p:nvSpPr>
            <p:cNvPr id="22585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6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7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8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89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0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1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2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93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4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95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96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97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98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99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600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601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602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603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604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605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606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607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08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609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0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1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612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3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614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5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616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7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618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19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620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1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622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3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624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625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196" name="Group 372"/>
          <p:cNvGrpSpPr>
            <a:grpSpLocks/>
          </p:cNvGrpSpPr>
          <p:nvPr/>
        </p:nvGrpSpPr>
        <p:grpSpPr bwMode="auto">
          <a:xfrm>
            <a:off x="3859088" y="4605486"/>
            <a:ext cx="5105400" cy="1847850"/>
            <a:chOff x="-3360" y="144"/>
            <a:chExt cx="3216" cy="1164"/>
          </a:xfrm>
        </p:grpSpPr>
        <p:sp>
          <p:nvSpPr>
            <p:cNvPr id="22544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5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6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7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8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49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0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1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2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3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54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55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556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2557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2558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2559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2560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2561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2562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2563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2564" name="Text Box 393"/>
            <p:cNvSpPr txBox="1">
              <a:spLocks noChangeArrowheads="1"/>
            </p:cNvSpPr>
            <p:nvPr/>
          </p:nvSpPr>
          <p:spPr bwMode="auto">
            <a:xfrm>
              <a:off x="-3360" y="74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2565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2566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7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2568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69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0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2571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2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2573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4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2575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6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2577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78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2579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0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2581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2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2583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2584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737022" y="127722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AB60E-2410-4D61-9662-4A265B161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682" y="2587254"/>
            <a:ext cx="4572000" cy="6000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485B00-127B-4F25-8D8E-FF6B92E0BA97}"/>
              </a:ext>
            </a:extLst>
          </p:cNvPr>
          <p:cNvSpPr/>
          <p:nvPr/>
        </p:nvSpPr>
        <p:spPr>
          <a:xfrm>
            <a:off x="4397682" y="2420888"/>
            <a:ext cx="4572000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91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350" y="1330424"/>
            <a:ext cx="7772400" cy="4114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3000"/>
              </a:lnSpc>
              <a:spcBef>
                <a:spcPct val="0"/>
              </a:spcBef>
              <a:buNone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suma_dos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de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valores enteros y le suma un dos (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a cada una de las localidades de la lista.</a:t>
            </a:r>
          </a:p>
          <a:p>
            <a:pPr algn="just" eaLnBrk="1" hangingPunct="1">
              <a:lnSpc>
                <a:spcPct val="90000"/>
              </a:lnSpc>
            </a:pPr>
            <a:endParaRPr lang="es-ES_tradnl" sz="12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06852" name="Group 4"/>
          <p:cNvGrpSpPr>
            <a:grpSpLocks/>
          </p:cNvGrpSpPr>
          <p:nvPr/>
        </p:nvGrpSpPr>
        <p:grpSpPr bwMode="auto">
          <a:xfrm>
            <a:off x="3354388" y="5466928"/>
            <a:ext cx="5013325" cy="900113"/>
            <a:chOff x="2458" y="3321"/>
            <a:chExt cx="3158" cy="567"/>
          </a:xfrm>
        </p:grpSpPr>
        <p:grpSp>
          <p:nvGrpSpPr>
            <p:cNvPr id="23944" name="Group 5"/>
            <p:cNvGrpSpPr>
              <a:grpSpLocks/>
            </p:cNvGrpSpPr>
            <p:nvPr/>
          </p:nvGrpSpPr>
          <p:grpSpPr bwMode="auto">
            <a:xfrm>
              <a:off x="2736" y="3336"/>
              <a:ext cx="2880" cy="288"/>
              <a:chOff x="2736" y="2688"/>
              <a:chExt cx="2880" cy="288"/>
            </a:xfrm>
          </p:grpSpPr>
          <p:sp>
            <p:nvSpPr>
              <p:cNvPr id="23956" name="Rectangle 6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7" name="Rectangle 7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8" name="Rectangle 8"/>
              <p:cNvSpPr>
                <a:spLocks noChangeArrowheads="1"/>
              </p:cNvSpPr>
              <p:nvPr/>
            </p:nvSpPr>
            <p:spPr bwMode="auto">
              <a:xfrm>
                <a:off x="331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59" name="Rectangle 9"/>
              <p:cNvSpPr>
                <a:spLocks noChangeArrowheads="1"/>
              </p:cNvSpPr>
              <p:nvPr/>
            </p:nvSpPr>
            <p:spPr bwMode="auto">
              <a:xfrm>
                <a:off x="360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0" name="Rectangle 10"/>
              <p:cNvSpPr>
                <a:spLocks noChangeArrowheads="1"/>
              </p:cNvSpPr>
              <p:nvPr/>
            </p:nvSpPr>
            <p:spPr bwMode="auto">
              <a:xfrm>
                <a:off x="388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1" name="Rectangle 11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2" name="Rectangle 12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3" name="Rectangle 13"/>
              <p:cNvSpPr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4" name="Rectangle 14"/>
              <p:cNvSpPr>
                <a:spLocks noChangeArrowheads="1"/>
              </p:cNvSpPr>
              <p:nvPr/>
            </p:nvSpPr>
            <p:spPr bwMode="auto">
              <a:xfrm>
                <a:off x="4752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23965" name="Rectangle 15"/>
              <p:cNvSpPr>
                <a:spLocks noChangeArrowheads="1"/>
              </p:cNvSpPr>
              <p:nvPr/>
            </p:nvSpPr>
            <p:spPr bwMode="auto">
              <a:xfrm>
                <a:off x="5040" y="268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23945" name="Rectangle 16"/>
            <p:cNvSpPr>
              <a:spLocks noChangeArrowheads="1"/>
            </p:cNvSpPr>
            <p:nvPr/>
          </p:nvSpPr>
          <p:spPr bwMode="auto">
            <a:xfrm>
              <a:off x="27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46" name="Rectangle 17"/>
            <p:cNvSpPr>
              <a:spLocks noChangeArrowheads="1"/>
            </p:cNvSpPr>
            <p:nvPr/>
          </p:nvSpPr>
          <p:spPr bwMode="auto">
            <a:xfrm>
              <a:off x="30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47" name="Rectangle 18"/>
            <p:cNvSpPr>
              <a:spLocks noChangeArrowheads="1"/>
            </p:cNvSpPr>
            <p:nvPr/>
          </p:nvSpPr>
          <p:spPr bwMode="auto">
            <a:xfrm>
              <a:off x="331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48" name="Rectangle 19"/>
            <p:cNvSpPr>
              <a:spLocks noChangeArrowheads="1"/>
            </p:cNvSpPr>
            <p:nvPr/>
          </p:nvSpPr>
          <p:spPr bwMode="auto">
            <a:xfrm>
              <a:off x="360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49" name="Rectangle 20"/>
            <p:cNvSpPr>
              <a:spLocks noChangeArrowheads="1"/>
            </p:cNvSpPr>
            <p:nvPr/>
          </p:nvSpPr>
          <p:spPr bwMode="auto">
            <a:xfrm>
              <a:off x="388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50" name="Rectangle 21"/>
            <p:cNvSpPr>
              <a:spLocks noChangeArrowheads="1"/>
            </p:cNvSpPr>
            <p:nvPr/>
          </p:nvSpPr>
          <p:spPr bwMode="auto">
            <a:xfrm>
              <a:off x="417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51" name="Rectangle 22"/>
            <p:cNvSpPr>
              <a:spLocks noChangeArrowheads="1"/>
            </p:cNvSpPr>
            <p:nvPr/>
          </p:nvSpPr>
          <p:spPr bwMode="auto">
            <a:xfrm>
              <a:off x="446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52" name="Rectangle 23"/>
            <p:cNvSpPr>
              <a:spLocks noChangeArrowheads="1"/>
            </p:cNvSpPr>
            <p:nvPr/>
          </p:nvSpPr>
          <p:spPr bwMode="auto">
            <a:xfrm>
              <a:off x="532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53" name="Rectangle 24"/>
            <p:cNvSpPr>
              <a:spLocks noChangeArrowheads="1"/>
            </p:cNvSpPr>
            <p:nvPr/>
          </p:nvSpPr>
          <p:spPr bwMode="auto">
            <a:xfrm>
              <a:off x="4752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54" name="Rectangle 25"/>
            <p:cNvSpPr>
              <a:spLocks noChangeArrowheads="1"/>
            </p:cNvSpPr>
            <p:nvPr/>
          </p:nvSpPr>
          <p:spPr bwMode="auto">
            <a:xfrm>
              <a:off x="504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55" name="Text Box 26"/>
            <p:cNvSpPr txBox="1">
              <a:spLocks noChangeArrowheads="1"/>
            </p:cNvSpPr>
            <p:nvPr/>
          </p:nvSpPr>
          <p:spPr bwMode="auto">
            <a:xfrm>
              <a:off x="2458" y="332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</p:grpSp>
      <p:grpSp>
        <p:nvGrpSpPr>
          <p:cNvPr id="206875" name="Group 27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488" y="2736"/>
            <a:chExt cx="3158" cy="1164"/>
          </a:xfrm>
        </p:grpSpPr>
        <p:sp>
          <p:nvSpPr>
            <p:cNvPr id="23921" name="Rectangle 28"/>
            <p:cNvSpPr>
              <a:spLocks noChangeArrowheads="1"/>
            </p:cNvSpPr>
            <p:nvPr/>
          </p:nvSpPr>
          <p:spPr bwMode="auto">
            <a:xfrm>
              <a:off x="-121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22" name="Rectangle 29"/>
            <p:cNvSpPr>
              <a:spLocks noChangeArrowheads="1"/>
            </p:cNvSpPr>
            <p:nvPr/>
          </p:nvSpPr>
          <p:spPr bwMode="auto">
            <a:xfrm>
              <a:off x="-92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3" name="Rectangle 30"/>
            <p:cNvSpPr>
              <a:spLocks noChangeArrowheads="1"/>
            </p:cNvSpPr>
            <p:nvPr/>
          </p:nvSpPr>
          <p:spPr bwMode="auto">
            <a:xfrm>
              <a:off x="-63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4" name="Rectangle 31"/>
            <p:cNvSpPr>
              <a:spLocks noChangeArrowheads="1"/>
            </p:cNvSpPr>
            <p:nvPr/>
          </p:nvSpPr>
          <p:spPr bwMode="auto">
            <a:xfrm>
              <a:off x="-34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5" name="Rectangle 32"/>
            <p:cNvSpPr>
              <a:spLocks noChangeArrowheads="1"/>
            </p:cNvSpPr>
            <p:nvPr/>
          </p:nvSpPr>
          <p:spPr bwMode="auto">
            <a:xfrm>
              <a:off x="-5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6" name="Rectangle 33"/>
            <p:cNvSpPr>
              <a:spLocks noChangeArrowheads="1"/>
            </p:cNvSpPr>
            <p:nvPr/>
          </p:nvSpPr>
          <p:spPr bwMode="auto">
            <a:xfrm>
              <a:off x="230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7" name="Rectangle 34"/>
            <p:cNvSpPr>
              <a:spLocks noChangeArrowheads="1"/>
            </p:cNvSpPr>
            <p:nvPr/>
          </p:nvSpPr>
          <p:spPr bwMode="auto">
            <a:xfrm>
              <a:off x="518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8" name="Rectangle 35"/>
            <p:cNvSpPr>
              <a:spLocks noChangeArrowheads="1"/>
            </p:cNvSpPr>
            <p:nvPr/>
          </p:nvSpPr>
          <p:spPr bwMode="auto">
            <a:xfrm>
              <a:off x="1382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29" name="Rectangle 36"/>
            <p:cNvSpPr>
              <a:spLocks noChangeArrowheads="1"/>
            </p:cNvSpPr>
            <p:nvPr/>
          </p:nvSpPr>
          <p:spPr bwMode="auto">
            <a:xfrm>
              <a:off x="806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0" name="Rectangle 37"/>
            <p:cNvSpPr>
              <a:spLocks noChangeArrowheads="1"/>
            </p:cNvSpPr>
            <p:nvPr/>
          </p:nvSpPr>
          <p:spPr bwMode="auto">
            <a:xfrm>
              <a:off x="1094" y="334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31" name="Rectangle 38"/>
            <p:cNvSpPr>
              <a:spLocks noChangeArrowheads="1"/>
            </p:cNvSpPr>
            <p:nvPr/>
          </p:nvSpPr>
          <p:spPr bwMode="auto">
            <a:xfrm>
              <a:off x="-121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932" name="Rectangle 39"/>
            <p:cNvSpPr>
              <a:spLocks noChangeArrowheads="1"/>
            </p:cNvSpPr>
            <p:nvPr/>
          </p:nvSpPr>
          <p:spPr bwMode="auto">
            <a:xfrm>
              <a:off x="-92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33" name="Rectangle 40"/>
            <p:cNvSpPr>
              <a:spLocks noChangeArrowheads="1"/>
            </p:cNvSpPr>
            <p:nvPr/>
          </p:nvSpPr>
          <p:spPr bwMode="auto">
            <a:xfrm>
              <a:off x="-63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934" name="Rectangle 41"/>
            <p:cNvSpPr>
              <a:spLocks noChangeArrowheads="1"/>
            </p:cNvSpPr>
            <p:nvPr/>
          </p:nvSpPr>
          <p:spPr bwMode="auto">
            <a:xfrm>
              <a:off x="-34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35" name="Rectangle 42"/>
            <p:cNvSpPr>
              <a:spLocks noChangeArrowheads="1"/>
            </p:cNvSpPr>
            <p:nvPr/>
          </p:nvSpPr>
          <p:spPr bwMode="auto">
            <a:xfrm>
              <a:off x="-5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36" name="Rectangle 43"/>
            <p:cNvSpPr>
              <a:spLocks noChangeArrowheads="1"/>
            </p:cNvSpPr>
            <p:nvPr/>
          </p:nvSpPr>
          <p:spPr bwMode="auto">
            <a:xfrm>
              <a:off x="230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37" name="Rectangle 44"/>
            <p:cNvSpPr>
              <a:spLocks noChangeArrowheads="1"/>
            </p:cNvSpPr>
            <p:nvPr/>
          </p:nvSpPr>
          <p:spPr bwMode="auto">
            <a:xfrm>
              <a:off x="518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38" name="Rectangle 45"/>
            <p:cNvSpPr>
              <a:spLocks noChangeArrowheads="1"/>
            </p:cNvSpPr>
            <p:nvPr/>
          </p:nvSpPr>
          <p:spPr bwMode="auto">
            <a:xfrm>
              <a:off x="1382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39" name="Rectangle 46"/>
            <p:cNvSpPr>
              <a:spLocks noChangeArrowheads="1"/>
            </p:cNvSpPr>
            <p:nvPr/>
          </p:nvSpPr>
          <p:spPr bwMode="auto">
            <a:xfrm>
              <a:off x="806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940" name="Rectangle 47"/>
            <p:cNvSpPr>
              <a:spLocks noChangeArrowheads="1"/>
            </p:cNvSpPr>
            <p:nvPr/>
          </p:nvSpPr>
          <p:spPr bwMode="auto">
            <a:xfrm>
              <a:off x="1094" y="36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41" name="Text Box 48"/>
            <p:cNvSpPr txBox="1">
              <a:spLocks noChangeArrowheads="1"/>
            </p:cNvSpPr>
            <p:nvPr/>
          </p:nvSpPr>
          <p:spPr bwMode="auto">
            <a:xfrm>
              <a:off x="-1488" y="333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42" name="Line 49"/>
            <p:cNvSpPr>
              <a:spLocks noChangeShapeType="1"/>
            </p:cNvSpPr>
            <p:nvPr/>
          </p:nvSpPr>
          <p:spPr bwMode="auto">
            <a:xfrm>
              <a:off x="-1066" y="298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43" name="Text Box 50"/>
            <p:cNvSpPr txBox="1">
              <a:spLocks noChangeArrowheads="1"/>
            </p:cNvSpPr>
            <p:nvPr/>
          </p:nvSpPr>
          <p:spPr bwMode="auto">
            <a:xfrm>
              <a:off x="-1236" y="273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i=0</a:t>
              </a:r>
            </a:p>
          </p:txBody>
        </p:sp>
      </p:grpSp>
      <p:sp>
        <p:nvSpPr>
          <p:cNvPr id="23558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grpSp>
        <p:nvGrpSpPr>
          <p:cNvPr id="206900" name="Group 52"/>
          <p:cNvGrpSpPr>
            <a:grpSpLocks/>
          </p:cNvGrpSpPr>
          <p:nvPr/>
        </p:nvGrpSpPr>
        <p:grpSpPr bwMode="auto">
          <a:xfrm>
            <a:off x="3354388" y="4514428"/>
            <a:ext cx="5013325" cy="1847850"/>
            <a:chOff x="-1248" y="1056"/>
            <a:chExt cx="3158" cy="1164"/>
          </a:xfrm>
        </p:grpSpPr>
        <p:sp>
          <p:nvSpPr>
            <p:cNvPr id="23896" name="Rectangle 53"/>
            <p:cNvSpPr>
              <a:spLocks noChangeArrowheads="1"/>
            </p:cNvSpPr>
            <p:nvPr/>
          </p:nvSpPr>
          <p:spPr bwMode="auto">
            <a:xfrm>
              <a:off x="-9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897" name="Rectangle 54"/>
            <p:cNvSpPr>
              <a:spLocks noChangeArrowheads="1"/>
            </p:cNvSpPr>
            <p:nvPr/>
          </p:nvSpPr>
          <p:spPr bwMode="auto">
            <a:xfrm>
              <a:off x="-6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98" name="Rectangle 55"/>
            <p:cNvSpPr>
              <a:spLocks noChangeArrowheads="1"/>
            </p:cNvSpPr>
            <p:nvPr/>
          </p:nvSpPr>
          <p:spPr bwMode="auto">
            <a:xfrm>
              <a:off x="-39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9" name="Rectangle 56"/>
            <p:cNvSpPr>
              <a:spLocks noChangeArrowheads="1"/>
            </p:cNvSpPr>
            <p:nvPr/>
          </p:nvSpPr>
          <p:spPr bwMode="auto">
            <a:xfrm>
              <a:off x="-10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0" name="Rectangle 57"/>
            <p:cNvSpPr>
              <a:spLocks noChangeArrowheads="1"/>
            </p:cNvSpPr>
            <p:nvPr/>
          </p:nvSpPr>
          <p:spPr bwMode="auto">
            <a:xfrm>
              <a:off x="18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1" name="Rectangle 58"/>
            <p:cNvSpPr>
              <a:spLocks noChangeArrowheads="1"/>
            </p:cNvSpPr>
            <p:nvPr/>
          </p:nvSpPr>
          <p:spPr bwMode="auto">
            <a:xfrm>
              <a:off x="470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2" name="Rectangle 59"/>
            <p:cNvSpPr>
              <a:spLocks noChangeArrowheads="1"/>
            </p:cNvSpPr>
            <p:nvPr/>
          </p:nvSpPr>
          <p:spPr bwMode="auto">
            <a:xfrm>
              <a:off x="758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3" name="Rectangle 60"/>
            <p:cNvSpPr>
              <a:spLocks noChangeArrowheads="1"/>
            </p:cNvSpPr>
            <p:nvPr/>
          </p:nvSpPr>
          <p:spPr bwMode="auto">
            <a:xfrm>
              <a:off x="1622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4" name="Rectangle 61"/>
            <p:cNvSpPr>
              <a:spLocks noChangeArrowheads="1"/>
            </p:cNvSpPr>
            <p:nvPr/>
          </p:nvSpPr>
          <p:spPr bwMode="auto">
            <a:xfrm>
              <a:off x="1046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5" name="Rectangle 62"/>
            <p:cNvSpPr>
              <a:spLocks noChangeArrowheads="1"/>
            </p:cNvSpPr>
            <p:nvPr/>
          </p:nvSpPr>
          <p:spPr bwMode="auto">
            <a:xfrm>
              <a:off x="1334" y="166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06" name="Rectangle 63"/>
            <p:cNvSpPr>
              <a:spLocks noChangeArrowheads="1"/>
            </p:cNvSpPr>
            <p:nvPr/>
          </p:nvSpPr>
          <p:spPr bwMode="auto">
            <a:xfrm>
              <a:off x="-9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7" name="Rectangle 64"/>
            <p:cNvSpPr>
              <a:spLocks noChangeArrowheads="1"/>
            </p:cNvSpPr>
            <p:nvPr/>
          </p:nvSpPr>
          <p:spPr bwMode="auto">
            <a:xfrm>
              <a:off x="-6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908" name="Rectangle 65"/>
            <p:cNvSpPr>
              <a:spLocks noChangeArrowheads="1"/>
            </p:cNvSpPr>
            <p:nvPr/>
          </p:nvSpPr>
          <p:spPr bwMode="auto">
            <a:xfrm>
              <a:off x="-39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09" name="Rectangle 66"/>
            <p:cNvSpPr>
              <a:spLocks noChangeArrowheads="1"/>
            </p:cNvSpPr>
            <p:nvPr/>
          </p:nvSpPr>
          <p:spPr bwMode="auto">
            <a:xfrm>
              <a:off x="-10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910" name="Rectangle 67"/>
            <p:cNvSpPr>
              <a:spLocks noChangeArrowheads="1"/>
            </p:cNvSpPr>
            <p:nvPr/>
          </p:nvSpPr>
          <p:spPr bwMode="auto">
            <a:xfrm>
              <a:off x="18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911" name="Rectangle 68"/>
            <p:cNvSpPr>
              <a:spLocks noChangeArrowheads="1"/>
            </p:cNvSpPr>
            <p:nvPr/>
          </p:nvSpPr>
          <p:spPr bwMode="auto">
            <a:xfrm>
              <a:off x="470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912" name="Rectangle 69"/>
            <p:cNvSpPr>
              <a:spLocks noChangeArrowheads="1"/>
            </p:cNvSpPr>
            <p:nvPr/>
          </p:nvSpPr>
          <p:spPr bwMode="auto">
            <a:xfrm>
              <a:off x="758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913" name="Rectangle 70"/>
            <p:cNvSpPr>
              <a:spLocks noChangeArrowheads="1"/>
            </p:cNvSpPr>
            <p:nvPr/>
          </p:nvSpPr>
          <p:spPr bwMode="auto">
            <a:xfrm>
              <a:off x="1622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914" name="Rectangle 71"/>
            <p:cNvSpPr>
              <a:spLocks noChangeArrowheads="1"/>
            </p:cNvSpPr>
            <p:nvPr/>
          </p:nvSpPr>
          <p:spPr bwMode="auto">
            <a:xfrm>
              <a:off x="1046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  <a:endParaRPr lang="es-ES" sz="2400" b="1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23915" name="Rectangle 72"/>
            <p:cNvSpPr>
              <a:spLocks noChangeArrowheads="1"/>
            </p:cNvSpPr>
            <p:nvPr/>
          </p:nvSpPr>
          <p:spPr bwMode="auto">
            <a:xfrm>
              <a:off x="1334" y="193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916" name="Text Box 73"/>
            <p:cNvSpPr txBox="1">
              <a:spLocks noChangeArrowheads="1"/>
            </p:cNvSpPr>
            <p:nvPr/>
          </p:nvSpPr>
          <p:spPr bwMode="auto">
            <a:xfrm>
              <a:off x="-1248" y="165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917" name="Text Box 74"/>
            <p:cNvSpPr txBox="1">
              <a:spLocks noChangeArrowheads="1"/>
            </p:cNvSpPr>
            <p:nvPr/>
          </p:nvSpPr>
          <p:spPr bwMode="auto">
            <a:xfrm>
              <a:off x="-996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918" name="Line 75"/>
            <p:cNvSpPr>
              <a:spLocks noChangeShapeType="1"/>
            </p:cNvSpPr>
            <p:nvPr/>
          </p:nvSpPr>
          <p:spPr bwMode="auto">
            <a:xfrm>
              <a:off x="-540" y="13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919" name="Text Box 76"/>
            <p:cNvSpPr txBox="1">
              <a:spLocks noChangeArrowheads="1"/>
            </p:cNvSpPr>
            <p:nvPr/>
          </p:nvSpPr>
          <p:spPr bwMode="auto">
            <a:xfrm>
              <a:off x="-710" y="10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920" name="Line 77"/>
            <p:cNvSpPr>
              <a:spLocks noChangeShapeType="1"/>
            </p:cNvSpPr>
            <p:nvPr/>
          </p:nvSpPr>
          <p:spPr bwMode="auto">
            <a:xfrm>
              <a:off x="-828" y="13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</p:grpSp>
      <p:grpSp>
        <p:nvGrpSpPr>
          <p:cNvPr id="206926" name="Group 7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504" y="2640"/>
            <a:chExt cx="3216" cy="1164"/>
          </a:xfrm>
        </p:grpSpPr>
        <p:sp>
          <p:nvSpPr>
            <p:cNvPr id="23855" name="Rectangle 79"/>
            <p:cNvSpPr>
              <a:spLocks noChangeArrowheads="1"/>
            </p:cNvSpPr>
            <p:nvPr/>
          </p:nvSpPr>
          <p:spPr bwMode="auto">
            <a:xfrm>
              <a:off x="-322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6" name="Rectangle 80"/>
            <p:cNvSpPr>
              <a:spLocks noChangeArrowheads="1"/>
            </p:cNvSpPr>
            <p:nvPr/>
          </p:nvSpPr>
          <p:spPr bwMode="auto">
            <a:xfrm>
              <a:off x="-293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7" name="Rectangle 81"/>
            <p:cNvSpPr>
              <a:spLocks noChangeArrowheads="1"/>
            </p:cNvSpPr>
            <p:nvPr/>
          </p:nvSpPr>
          <p:spPr bwMode="auto">
            <a:xfrm>
              <a:off x="-265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58" name="Rectangle 82"/>
            <p:cNvSpPr>
              <a:spLocks noChangeArrowheads="1"/>
            </p:cNvSpPr>
            <p:nvPr/>
          </p:nvSpPr>
          <p:spPr bwMode="auto">
            <a:xfrm>
              <a:off x="-236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9" name="Rectangle 83"/>
            <p:cNvSpPr>
              <a:spLocks noChangeArrowheads="1"/>
            </p:cNvSpPr>
            <p:nvPr/>
          </p:nvSpPr>
          <p:spPr bwMode="auto">
            <a:xfrm>
              <a:off x="-207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0" name="Rectangle 84"/>
            <p:cNvSpPr>
              <a:spLocks noChangeArrowheads="1"/>
            </p:cNvSpPr>
            <p:nvPr/>
          </p:nvSpPr>
          <p:spPr bwMode="auto">
            <a:xfrm>
              <a:off x="-1786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1" name="Rectangle 85"/>
            <p:cNvSpPr>
              <a:spLocks noChangeArrowheads="1"/>
            </p:cNvSpPr>
            <p:nvPr/>
          </p:nvSpPr>
          <p:spPr bwMode="auto">
            <a:xfrm>
              <a:off x="-1498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2" name="Rectangle 86"/>
            <p:cNvSpPr>
              <a:spLocks noChangeArrowheads="1"/>
            </p:cNvSpPr>
            <p:nvPr/>
          </p:nvSpPr>
          <p:spPr bwMode="auto">
            <a:xfrm>
              <a:off x="-634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3" name="Rectangle 87"/>
            <p:cNvSpPr>
              <a:spLocks noChangeArrowheads="1"/>
            </p:cNvSpPr>
            <p:nvPr/>
          </p:nvSpPr>
          <p:spPr bwMode="auto">
            <a:xfrm>
              <a:off x="-1210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4" name="Rectangle 88"/>
            <p:cNvSpPr>
              <a:spLocks noChangeArrowheads="1"/>
            </p:cNvSpPr>
            <p:nvPr/>
          </p:nvSpPr>
          <p:spPr bwMode="auto">
            <a:xfrm>
              <a:off x="-922" y="325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65" name="Rectangle 89"/>
            <p:cNvSpPr>
              <a:spLocks noChangeArrowheads="1"/>
            </p:cNvSpPr>
            <p:nvPr/>
          </p:nvSpPr>
          <p:spPr bwMode="auto">
            <a:xfrm>
              <a:off x="-322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66" name="Rectangle 90"/>
            <p:cNvSpPr>
              <a:spLocks noChangeArrowheads="1"/>
            </p:cNvSpPr>
            <p:nvPr/>
          </p:nvSpPr>
          <p:spPr bwMode="auto">
            <a:xfrm>
              <a:off x="-293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67" name="Rectangle 91"/>
            <p:cNvSpPr>
              <a:spLocks noChangeArrowheads="1"/>
            </p:cNvSpPr>
            <p:nvPr/>
          </p:nvSpPr>
          <p:spPr bwMode="auto">
            <a:xfrm>
              <a:off x="-265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68" name="Rectangle 92"/>
            <p:cNvSpPr>
              <a:spLocks noChangeArrowheads="1"/>
            </p:cNvSpPr>
            <p:nvPr/>
          </p:nvSpPr>
          <p:spPr bwMode="auto">
            <a:xfrm>
              <a:off x="-236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69" name="Rectangle 93"/>
            <p:cNvSpPr>
              <a:spLocks noChangeArrowheads="1"/>
            </p:cNvSpPr>
            <p:nvPr/>
          </p:nvSpPr>
          <p:spPr bwMode="auto">
            <a:xfrm>
              <a:off x="-207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70" name="Rectangle 94"/>
            <p:cNvSpPr>
              <a:spLocks noChangeArrowheads="1"/>
            </p:cNvSpPr>
            <p:nvPr/>
          </p:nvSpPr>
          <p:spPr bwMode="auto">
            <a:xfrm>
              <a:off x="-1786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71" name="Rectangle 95"/>
            <p:cNvSpPr>
              <a:spLocks noChangeArrowheads="1"/>
            </p:cNvSpPr>
            <p:nvPr/>
          </p:nvSpPr>
          <p:spPr bwMode="auto">
            <a:xfrm>
              <a:off x="-1498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72" name="Rectangle 96"/>
            <p:cNvSpPr>
              <a:spLocks noChangeArrowheads="1"/>
            </p:cNvSpPr>
            <p:nvPr/>
          </p:nvSpPr>
          <p:spPr bwMode="auto">
            <a:xfrm>
              <a:off x="-634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73" name="Rectangle 97"/>
            <p:cNvSpPr>
              <a:spLocks noChangeArrowheads="1"/>
            </p:cNvSpPr>
            <p:nvPr/>
          </p:nvSpPr>
          <p:spPr bwMode="auto">
            <a:xfrm>
              <a:off x="-1210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74" name="Rectangle 98"/>
            <p:cNvSpPr>
              <a:spLocks noChangeArrowheads="1"/>
            </p:cNvSpPr>
            <p:nvPr/>
          </p:nvSpPr>
          <p:spPr bwMode="auto">
            <a:xfrm>
              <a:off x="-922" y="3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75" name="Text Box 99"/>
            <p:cNvSpPr txBox="1">
              <a:spLocks noChangeArrowheads="1"/>
            </p:cNvSpPr>
            <p:nvPr/>
          </p:nvSpPr>
          <p:spPr bwMode="auto">
            <a:xfrm>
              <a:off x="-3504" y="323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76" name="Text Box 100"/>
            <p:cNvSpPr txBox="1">
              <a:spLocks noChangeArrowheads="1"/>
            </p:cNvSpPr>
            <p:nvPr/>
          </p:nvSpPr>
          <p:spPr bwMode="auto">
            <a:xfrm>
              <a:off x="-3252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77" name="Line 101"/>
            <p:cNvSpPr>
              <a:spLocks noChangeShapeType="1"/>
            </p:cNvSpPr>
            <p:nvPr/>
          </p:nvSpPr>
          <p:spPr bwMode="auto">
            <a:xfrm>
              <a:off x="-2796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78" name="Text Box 102"/>
            <p:cNvSpPr txBox="1">
              <a:spLocks noChangeArrowheads="1"/>
            </p:cNvSpPr>
            <p:nvPr/>
          </p:nvSpPr>
          <p:spPr bwMode="auto">
            <a:xfrm>
              <a:off x="-2966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79" name="Line 103"/>
            <p:cNvSpPr>
              <a:spLocks noChangeShapeType="1"/>
            </p:cNvSpPr>
            <p:nvPr/>
          </p:nvSpPr>
          <p:spPr bwMode="auto">
            <a:xfrm>
              <a:off x="-3084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0" name="Line 104"/>
            <p:cNvSpPr>
              <a:spLocks noChangeShapeType="1"/>
            </p:cNvSpPr>
            <p:nvPr/>
          </p:nvSpPr>
          <p:spPr bwMode="auto">
            <a:xfrm>
              <a:off x="-2508" y="2892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1" name="Text Box 105"/>
            <p:cNvSpPr txBox="1">
              <a:spLocks noChangeArrowheads="1"/>
            </p:cNvSpPr>
            <p:nvPr/>
          </p:nvSpPr>
          <p:spPr bwMode="auto">
            <a:xfrm>
              <a:off x="-2678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82" name="Line 106"/>
            <p:cNvSpPr>
              <a:spLocks noChangeShapeType="1"/>
            </p:cNvSpPr>
            <p:nvPr/>
          </p:nvSpPr>
          <p:spPr bwMode="auto">
            <a:xfrm>
              <a:off x="-2220" y="289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3" name="Text Box 107"/>
            <p:cNvSpPr txBox="1">
              <a:spLocks noChangeArrowheads="1"/>
            </p:cNvSpPr>
            <p:nvPr/>
          </p:nvSpPr>
          <p:spPr bwMode="auto">
            <a:xfrm>
              <a:off x="-2390" y="26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84" name="Line 108"/>
            <p:cNvSpPr>
              <a:spLocks noChangeShapeType="1"/>
            </p:cNvSpPr>
            <p:nvPr/>
          </p:nvSpPr>
          <p:spPr bwMode="auto">
            <a:xfrm>
              <a:off x="-1932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5" name="Text Box 109"/>
            <p:cNvSpPr txBox="1">
              <a:spLocks noChangeArrowheads="1"/>
            </p:cNvSpPr>
            <p:nvPr/>
          </p:nvSpPr>
          <p:spPr bwMode="auto">
            <a:xfrm>
              <a:off x="-2102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86" name="Line 110"/>
            <p:cNvSpPr>
              <a:spLocks noChangeShapeType="1"/>
            </p:cNvSpPr>
            <p:nvPr/>
          </p:nvSpPr>
          <p:spPr bwMode="auto">
            <a:xfrm>
              <a:off x="-1644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7" name="Text Box 111"/>
            <p:cNvSpPr txBox="1">
              <a:spLocks noChangeArrowheads="1"/>
            </p:cNvSpPr>
            <p:nvPr/>
          </p:nvSpPr>
          <p:spPr bwMode="auto">
            <a:xfrm>
              <a:off x="-1814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88" name="Line 112"/>
            <p:cNvSpPr>
              <a:spLocks noChangeShapeType="1"/>
            </p:cNvSpPr>
            <p:nvPr/>
          </p:nvSpPr>
          <p:spPr bwMode="auto">
            <a:xfrm>
              <a:off x="-1356" y="289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89" name="Text Box 113"/>
            <p:cNvSpPr txBox="1">
              <a:spLocks noChangeArrowheads="1"/>
            </p:cNvSpPr>
            <p:nvPr/>
          </p:nvSpPr>
          <p:spPr bwMode="auto">
            <a:xfrm>
              <a:off x="-1526" y="2643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90" name="Line 114"/>
            <p:cNvSpPr>
              <a:spLocks noChangeShapeType="1"/>
            </p:cNvSpPr>
            <p:nvPr/>
          </p:nvSpPr>
          <p:spPr bwMode="auto">
            <a:xfrm>
              <a:off x="-1068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1" name="Text Box 115"/>
            <p:cNvSpPr txBox="1">
              <a:spLocks noChangeArrowheads="1"/>
            </p:cNvSpPr>
            <p:nvPr/>
          </p:nvSpPr>
          <p:spPr bwMode="auto">
            <a:xfrm>
              <a:off x="-1238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92" name="Line 116"/>
            <p:cNvSpPr>
              <a:spLocks noChangeShapeType="1"/>
            </p:cNvSpPr>
            <p:nvPr/>
          </p:nvSpPr>
          <p:spPr bwMode="auto">
            <a:xfrm>
              <a:off x="-780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3" name="Text Box 117"/>
            <p:cNvSpPr txBox="1">
              <a:spLocks noChangeArrowheads="1"/>
            </p:cNvSpPr>
            <p:nvPr/>
          </p:nvSpPr>
          <p:spPr bwMode="auto">
            <a:xfrm>
              <a:off x="-950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94" name="Line 118"/>
            <p:cNvSpPr>
              <a:spLocks noChangeShapeType="1"/>
            </p:cNvSpPr>
            <p:nvPr/>
          </p:nvSpPr>
          <p:spPr bwMode="auto">
            <a:xfrm>
              <a:off x="-492" y="29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95" name="Text Box 119"/>
            <p:cNvSpPr txBox="1">
              <a:spLocks noChangeArrowheads="1"/>
            </p:cNvSpPr>
            <p:nvPr/>
          </p:nvSpPr>
          <p:spPr bwMode="auto">
            <a:xfrm>
              <a:off x="-662" y="26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6968" name="Group 12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2592"/>
            <a:chExt cx="3216" cy="1164"/>
          </a:xfrm>
        </p:grpSpPr>
        <p:sp>
          <p:nvSpPr>
            <p:cNvPr id="23814" name="Rectangle 121"/>
            <p:cNvSpPr>
              <a:spLocks noChangeArrowheads="1"/>
            </p:cNvSpPr>
            <p:nvPr/>
          </p:nvSpPr>
          <p:spPr bwMode="auto">
            <a:xfrm>
              <a:off x="-293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5" name="Rectangle 122"/>
            <p:cNvSpPr>
              <a:spLocks noChangeArrowheads="1"/>
            </p:cNvSpPr>
            <p:nvPr/>
          </p:nvSpPr>
          <p:spPr bwMode="auto">
            <a:xfrm>
              <a:off x="-265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6" name="Rectangle 123"/>
            <p:cNvSpPr>
              <a:spLocks noChangeArrowheads="1"/>
            </p:cNvSpPr>
            <p:nvPr/>
          </p:nvSpPr>
          <p:spPr bwMode="auto">
            <a:xfrm>
              <a:off x="-236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7" name="Rectangle 124"/>
            <p:cNvSpPr>
              <a:spLocks noChangeArrowheads="1"/>
            </p:cNvSpPr>
            <p:nvPr/>
          </p:nvSpPr>
          <p:spPr bwMode="auto">
            <a:xfrm>
              <a:off x="-207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18" name="Rectangle 125"/>
            <p:cNvSpPr>
              <a:spLocks noChangeArrowheads="1"/>
            </p:cNvSpPr>
            <p:nvPr/>
          </p:nvSpPr>
          <p:spPr bwMode="auto">
            <a:xfrm>
              <a:off x="-178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9" name="Rectangle 126"/>
            <p:cNvSpPr>
              <a:spLocks noChangeArrowheads="1"/>
            </p:cNvSpPr>
            <p:nvPr/>
          </p:nvSpPr>
          <p:spPr bwMode="auto">
            <a:xfrm>
              <a:off x="-1498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0" name="Rectangle 127"/>
            <p:cNvSpPr>
              <a:spLocks noChangeArrowheads="1"/>
            </p:cNvSpPr>
            <p:nvPr/>
          </p:nvSpPr>
          <p:spPr bwMode="auto">
            <a:xfrm>
              <a:off x="-1210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1" name="Rectangle 128"/>
            <p:cNvSpPr>
              <a:spLocks noChangeArrowheads="1"/>
            </p:cNvSpPr>
            <p:nvPr/>
          </p:nvSpPr>
          <p:spPr bwMode="auto">
            <a:xfrm>
              <a:off x="-346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2" name="Rectangle 129"/>
            <p:cNvSpPr>
              <a:spLocks noChangeArrowheads="1"/>
            </p:cNvSpPr>
            <p:nvPr/>
          </p:nvSpPr>
          <p:spPr bwMode="auto">
            <a:xfrm>
              <a:off x="-922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3" name="Rectangle 130"/>
            <p:cNvSpPr>
              <a:spLocks noChangeArrowheads="1"/>
            </p:cNvSpPr>
            <p:nvPr/>
          </p:nvSpPr>
          <p:spPr bwMode="auto">
            <a:xfrm>
              <a:off x="-634" y="320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24" name="Rectangle 131"/>
            <p:cNvSpPr>
              <a:spLocks noChangeArrowheads="1"/>
            </p:cNvSpPr>
            <p:nvPr/>
          </p:nvSpPr>
          <p:spPr bwMode="auto">
            <a:xfrm>
              <a:off x="-293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825" name="Rectangle 132"/>
            <p:cNvSpPr>
              <a:spLocks noChangeArrowheads="1"/>
            </p:cNvSpPr>
            <p:nvPr/>
          </p:nvSpPr>
          <p:spPr bwMode="auto">
            <a:xfrm>
              <a:off x="-265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826" name="Rectangle 133"/>
            <p:cNvSpPr>
              <a:spLocks noChangeArrowheads="1"/>
            </p:cNvSpPr>
            <p:nvPr/>
          </p:nvSpPr>
          <p:spPr bwMode="auto">
            <a:xfrm>
              <a:off x="-236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827" name="Rectangle 134"/>
            <p:cNvSpPr>
              <a:spLocks noChangeArrowheads="1"/>
            </p:cNvSpPr>
            <p:nvPr/>
          </p:nvSpPr>
          <p:spPr bwMode="auto">
            <a:xfrm>
              <a:off x="-207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828" name="Rectangle 135"/>
            <p:cNvSpPr>
              <a:spLocks noChangeArrowheads="1"/>
            </p:cNvSpPr>
            <p:nvPr/>
          </p:nvSpPr>
          <p:spPr bwMode="auto">
            <a:xfrm>
              <a:off x="-178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829" name="Rectangle 136"/>
            <p:cNvSpPr>
              <a:spLocks noChangeArrowheads="1"/>
            </p:cNvSpPr>
            <p:nvPr/>
          </p:nvSpPr>
          <p:spPr bwMode="auto">
            <a:xfrm>
              <a:off x="-1498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830" name="Rectangle 137"/>
            <p:cNvSpPr>
              <a:spLocks noChangeArrowheads="1"/>
            </p:cNvSpPr>
            <p:nvPr/>
          </p:nvSpPr>
          <p:spPr bwMode="auto">
            <a:xfrm>
              <a:off x="-1210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831" name="Rectangle 138"/>
            <p:cNvSpPr>
              <a:spLocks noChangeArrowheads="1"/>
            </p:cNvSpPr>
            <p:nvPr/>
          </p:nvSpPr>
          <p:spPr bwMode="auto">
            <a:xfrm>
              <a:off x="-346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832" name="Rectangle 139"/>
            <p:cNvSpPr>
              <a:spLocks noChangeArrowheads="1"/>
            </p:cNvSpPr>
            <p:nvPr/>
          </p:nvSpPr>
          <p:spPr bwMode="auto">
            <a:xfrm>
              <a:off x="-922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833" name="Rectangle 140"/>
            <p:cNvSpPr>
              <a:spLocks noChangeArrowheads="1"/>
            </p:cNvSpPr>
            <p:nvPr/>
          </p:nvSpPr>
          <p:spPr bwMode="auto">
            <a:xfrm>
              <a:off x="-634" y="346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834" name="Text Box 141"/>
            <p:cNvSpPr txBox="1">
              <a:spLocks noChangeArrowheads="1"/>
            </p:cNvSpPr>
            <p:nvPr/>
          </p:nvSpPr>
          <p:spPr bwMode="auto">
            <a:xfrm>
              <a:off x="-3216" y="318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835" name="Text Box 142"/>
            <p:cNvSpPr txBox="1">
              <a:spLocks noChangeArrowheads="1"/>
            </p:cNvSpPr>
            <p:nvPr/>
          </p:nvSpPr>
          <p:spPr bwMode="auto">
            <a:xfrm>
              <a:off x="-2964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836" name="Line 143"/>
            <p:cNvSpPr>
              <a:spLocks noChangeShapeType="1"/>
            </p:cNvSpPr>
            <p:nvPr/>
          </p:nvSpPr>
          <p:spPr bwMode="auto">
            <a:xfrm>
              <a:off x="-2508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7" name="Text Box 144"/>
            <p:cNvSpPr txBox="1">
              <a:spLocks noChangeArrowheads="1"/>
            </p:cNvSpPr>
            <p:nvPr/>
          </p:nvSpPr>
          <p:spPr bwMode="auto">
            <a:xfrm>
              <a:off x="-2678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838" name="Line 145"/>
            <p:cNvSpPr>
              <a:spLocks noChangeShapeType="1"/>
            </p:cNvSpPr>
            <p:nvPr/>
          </p:nvSpPr>
          <p:spPr bwMode="auto">
            <a:xfrm>
              <a:off x="-2796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39" name="Line 146"/>
            <p:cNvSpPr>
              <a:spLocks noChangeShapeType="1"/>
            </p:cNvSpPr>
            <p:nvPr/>
          </p:nvSpPr>
          <p:spPr bwMode="auto">
            <a:xfrm>
              <a:off x="-2220" y="284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0" name="Text Box 147"/>
            <p:cNvSpPr txBox="1">
              <a:spLocks noChangeArrowheads="1"/>
            </p:cNvSpPr>
            <p:nvPr/>
          </p:nvSpPr>
          <p:spPr bwMode="auto">
            <a:xfrm>
              <a:off x="-2390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41" name="Line 148"/>
            <p:cNvSpPr>
              <a:spLocks noChangeShapeType="1"/>
            </p:cNvSpPr>
            <p:nvPr/>
          </p:nvSpPr>
          <p:spPr bwMode="auto">
            <a:xfrm>
              <a:off x="-1932" y="2844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2" name="Text Box 149"/>
            <p:cNvSpPr txBox="1">
              <a:spLocks noChangeArrowheads="1"/>
            </p:cNvSpPr>
            <p:nvPr/>
          </p:nvSpPr>
          <p:spPr bwMode="auto">
            <a:xfrm>
              <a:off x="-2102" y="259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43" name="Line 150"/>
            <p:cNvSpPr>
              <a:spLocks noChangeShapeType="1"/>
            </p:cNvSpPr>
            <p:nvPr/>
          </p:nvSpPr>
          <p:spPr bwMode="auto">
            <a:xfrm>
              <a:off x="-1644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4" name="Text Box 151"/>
            <p:cNvSpPr txBox="1">
              <a:spLocks noChangeArrowheads="1"/>
            </p:cNvSpPr>
            <p:nvPr/>
          </p:nvSpPr>
          <p:spPr bwMode="auto">
            <a:xfrm>
              <a:off x="-1814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45" name="Line 152"/>
            <p:cNvSpPr>
              <a:spLocks noChangeShapeType="1"/>
            </p:cNvSpPr>
            <p:nvPr/>
          </p:nvSpPr>
          <p:spPr bwMode="auto">
            <a:xfrm>
              <a:off x="-1356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6" name="Text Box 153"/>
            <p:cNvSpPr txBox="1">
              <a:spLocks noChangeArrowheads="1"/>
            </p:cNvSpPr>
            <p:nvPr/>
          </p:nvSpPr>
          <p:spPr bwMode="auto">
            <a:xfrm>
              <a:off x="-1526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47" name="Line 154"/>
            <p:cNvSpPr>
              <a:spLocks noChangeShapeType="1"/>
            </p:cNvSpPr>
            <p:nvPr/>
          </p:nvSpPr>
          <p:spPr bwMode="auto">
            <a:xfrm>
              <a:off x="-1068" y="284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48" name="Text Box 155"/>
            <p:cNvSpPr txBox="1">
              <a:spLocks noChangeArrowheads="1"/>
            </p:cNvSpPr>
            <p:nvPr/>
          </p:nvSpPr>
          <p:spPr bwMode="auto">
            <a:xfrm>
              <a:off x="-1238" y="259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49" name="Line 156"/>
            <p:cNvSpPr>
              <a:spLocks noChangeShapeType="1"/>
            </p:cNvSpPr>
            <p:nvPr/>
          </p:nvSpPr>
          <p:spPr bwMode="auto">
            <a:xfrm>
              <a:off x="-780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0" name="Text Box 157"/>
            <p:cNvSpPr txBox="1">
              <a:spLocks noChangeArrowheads="1"/>
            </p:cNvSpPr>
            <p:nvPr/>
          </p:nvSpPr>
          <p:spPr bwMode="auto">
            <a:xfrm>
              <a:off x="-950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51" name="Line 158"/>
            <p:cNvSpPr>
              <a:spLocks noChangeShapeType="1"/>
            </p:cNvSpPr>
            <p:nvPr/>
          </p:nvSpPr>
          <p:spPr bwMode="auto">
            <a:xfrm>
              <a:off x="-492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2" name="Text Box 159"/>
            <p:cNvSpPr txBox="1">
              <a:spLocks noChangeArrowheads="1"/>
            </p:cNvSpPr>
            <p:nvPr/>
          </p:nvSpPr>
          <p:spPr bwMode="auto">
            <a:xfrm>
              <a:off x="-662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53" name="Line 160"/>
            <p:cNvSpPr>
              <a:spLocks noChangeShapeType="1"/>
            </p:cNvSpPr>
            <p:nvPr/>
          </p:nvSpPr>
          <p:spPr bwMode="auto">
            <a:xfrm>
              <a:off x="-204" y="285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54" name="Text Box 161"/>
            <p:cNvSpPr txBox="1">
              <a:spLocks noChangeArrowheads="1"/>
            </p:cNvSpPr>
            <p:nvPr/>
          </p:nvSpPr>
          <p:spPr bwMode="auto">
            <a:xfrm>
              <a:off x="-374" y="260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10" name="Group 162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408" y="1152"/>
            <a:chExt cx="3216" cy="1164"/>
          </a:xfrm>
        </p:grpSpPr>
        <p:sp>
          <p:nvSpPr>
            <p:cNvPr id="23773" name="Rectangle 163"/>
            <p:cNvSpPr>
              <a:spLocks noChangeArrowheads="1"/>
            </p:cNvSpPr>
            <p:nvPr/>
          </p:nvSpPr>
          <p:spPr bwMode="auto">
            <a:xfrm>
              <a:off x="-313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4" name="Rectangle 164"/>
            <p:cNvSpPr>
              <a:spLocks noChangeArrowheads="1"/>
            </p:cNvSpPr>
            <p:nvPr/>
          </p:nvSpPr>
          <p:spPr bwMode="auto">
            <a:xfrm>
              <a:off x="-284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5" name="Rectangle 165"/>
            <p:cNvSpPr>
              <a:spLocks noChangeArrowheads="1"/>
            </p:cNvSpPr>
            <p:nvPr/>
          </p:nvSpPr>
          <p:spPr bwMode="auto">
            <a:xfrm>
              <a:off x="-255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6" name="Rectangle 166"/>
            <p:cNvSpPr>
              <a:spLocks noChangeArrowheads="1"/>
            </p:cNvSpPr>
            <p:nvPr/>
          </p:nvSpPr>
          <p:spPr bwMode="auto">
            <a:xfrm>
              <a:off x="-226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7" name="Rectangle 167"/>
            <p:cNvSpPr>
              <a:spLocks noChangeArrowheads="1"/>
            </p:cNvSpPr>
            <p:nvPr/>
          </p:nvSpPr>
          <p:spPr bwMode="auto">
            <a:xfrm>
              <a:off x="-197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78" name="Rectangle 168"/>
            <p:cNvSpPr>
              <a:spLocks noChangeArrowheads="1"/>
            </p:cNvSpPr>
            <p:nvPr/>
          </p:nvSpPr>
          <p:spPr bwMode="auto">
            <a:xfrm>
              <a:off x="-1690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9" name="Rectangle 169"/>
            <p:cNvSpPr>
              <a:spLocks noChangeArrowheads="1"/>
            </p:cNvSpPr>
            <p:nvPr/>
          </p:nvSpPr>
          <p:spPr bwMode="auto">
            <a:xfrm>
              <a:off x="-1402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0" name="Rectangle 170"/>
            <p:cNvSpPr>
              <a:spLocks noChangeArrowheads="1"/>
            </p:cNvSpPr>
            <p:nvPr/>
          </p:nvSpPr>
          <p:spPr bwMode="auto">
            <a:xfrm>
              <a:off x="-538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1" name="Rectangle 171"/>
            <p:cNvSpPr>
              <a:spLocks noChangeArrowheads="1"/>
            </p:cNvSpPr>
            <p:nvPr/>
          </p:nvSpPr>
          <p:spPr bwMode="auto">
            <a:xfrm>
              <a:off x="-1114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2" name="Rectangle 172"/>
            <p:cNvSpPr>
              <a:spLocks noChangeArrowheads="1"/>
            </p:cNvSpPr>
            <p:nvPr/>
          </p:nvSpPr>
          <p:spPr bwMode="auto">
            <a:xfrm>
              <a:off x="-826" y="176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83" name="Rectangle 173"/>
            <p:cNvSpPr>
              <a:spLocks noChangeArrowheads="1"/>
            </p:cNvSpPr>
            <p:nvPr/>
          </p:nvSpPr>
          <p:spPr bwMode="auto">
            <a:xfrm>
              <a:off x="-313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84" name="Rectangle 174"/>
            <p:cNvSpPr>
              <a:spLocks noChangeArrowheads="1"/>
            </p:cNvSpPr>
            <p:nvPr/>
          </p:nvSpPr>
          <p:spPr bwMode="auto">
            <a:xfrm>
              <a:off x="-284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85" name="Rectangle 175"/>
            <p:cNvSpPr>
              <a:spLocks noChangeArrowheads="1"/>
            </p:cNvSpPr>
            <p:nvPr/>
          </p:nvSpPr>
          <p:spPr bwMode="auto">
            <a:xfrm>
              <a:off x="-255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86" name="Rectangle 176"/>
            <p:cNvSpPr>
              <a:spLocks noChangeArrowheads="1"/>
            </p:cNvSpPr>
            <p:nvPr/>
          </p:nvSpPr>
          <p:spPr bwMode="auto">
            <a:xfrm>
              <a:off x="-226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87" name="Rectangle 177"/>
            <p:cNvSpPr>
              <a:spLocks noChangeArrowheads="1"/>
            </p:cNvSpPr>
            <p:nvPr/>
          </p:nvSpPr>
          <p:spPr bwMode="auto">
            <a:xfrm>
              <a:off x="-197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88" name="Rectangle 178"/>
            <p:cNvSpPr>
              <a:spLocks noChangeArrowheads="1"/>
            </p:cNvSpPr>
            <p:nvPr/>
          </p:nvSpPr>
          <p:spPr bwMode="auto">
            <a:xfrm>
              <a:off x="-1690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89" name="Rectangle 179"/>
            <p:cNvSpPr>
              <a:spLocks noChangeArrowheads="1"/>
            </p:cNvSpPr>
            <p:nvPr/>
          </p:nvSpPr>
          <p:spPr bwMode="auto">
            <a:xfrm>
              <a:off x="-1402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90" name="Rectangle 180"/>
            <p:cNvSpPr>
              <a:spLocks noChangeArrowheads="1"/>
            </p:cNvSpPr>
            <p:nvPr/>
          </p:nvSpPr>
          <p:spPr bwMode="auto">
            <a:xfrm>
              <a:off x="-538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91" name="Rectangle 181"/>
            <p:cNvSpPr>
              <a:spLocks noChangeArrowheads="1"/>
            </p:cNvSpPr>
            <p:nvPr/>
          </p:nvSpPr>
          <p:spPr bwMode="auto">
            <a:xfrm>
              <a:off x="-1114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92" name="Rectangle 182"/>
            <p:cNvSpPr>
              <a:spLocks noChangeArrowheads="1"/>
            </p:cNvSpPr>
            <p:nvPr/>
          </p:nvSpPr>
          <p:spPr bwMode="auto">
            <a:xfrm>
              <a:off x="-826" y="20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93" name="Text Box 183"/>
            <p:cNvSpPr txBox="1">
              <a:spLocks noChangeArrowheads="1"/>
            </p:cNvSpPr>
            <p:nvPr/>
          </p:nvSpPr>
          <p:spPr bwMode="auto">
            <a:xfrm>
              <a:off x="-3408" y="174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94" name="Text Box 184"/>
            <p:cNvSpPr txBox="1">
              <a:spLocks noChangeArrowheads="1"/>
            </p:cNvSpPr>
            <p:nvPr/>
          </p:nvSpPr>
          <p:spPr bwMode="auto">
            <a:xfrm>
              <a:off x="-3156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95" name="Line 185"/>
            <p:cNvSpPr>
              <a:spLocks noChangeShapeType="1"/>
            </p:cNvSpPr>
            <p:nvPr/>
          </p:nvSpPr>
          <p:spPr bwMode="auto">
            <a:xfrm>
              <a:off x="-2700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6" name="Text Box 186"/>
            <p:cNvSpPr txBox="1">
              <a:spLocks noChangeArrowheads="1"/>
            </p:cNvSpPr>
            <p:nvPr/>
          </p:nvSpPr>
          <p:spPr bwMode="auto">
            <a:xfrm>
              <a:off x="-2870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97" name="Line 187"/>
            <p:cNvSpPr>
              <a:spLocks noChangeShapeType="1"/>
            </p:cNvSpPr>
            <p:nvPr/>
          </p:nvSpPr>
          <p:spPr bwMode="auto">
            <a:xfrm>
              <a:off x="-2988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8" name="Line 188"/>
            <p:cNvSpPr>
              <a:spLocks noChangeShapeType="1"/>
            </p:cNvSpPr>
            <p:nvPr/>
          </p:nvSpPr>
          <p:spPr bwMode="auto">
            <a:xfrm>
              <a:off x="-2412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99" name="Text Box 189"/>
            <p:cNvSpPr txBox="1">
              <a:spLocks noChangeArrowheads="1"/>
            </p:cNvSpPr>
            <p:nvPr/>
          </p:nvSpPr>
          <p:spPr bwMode="auto">
            <a:xfrm>
              <a:off x="-2582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800" name="Line 190"/>
            <p:cNvSpPr>
              <a:spLocks noChangeShapeType="1"/>
            </p:cNvSpPr>
            <p:nvPr/>
          </p:nvSpPr>
          <p:spPr bwMode="auto">
            <a:xfrm>
              <a:off x="-2124" y="140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1" name="Text Box 191"/>
            <p:cNvSpPr txBox="1">
              <a:spLocks noChangeArrowheads="1"/>
            </p:cNvSpPr>
            <p:nvPr/>
          </p:nvSpPr>
          <p:spPr bwMode="auto">
            <a:xfrm>
              <a:off x="-2294" y="115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802" name="Line 192"/>
            <p:cNvSpPr>
              <a:spLocks noChangeShapeType="1"/>
            </p:cNvSpPr>
            <p:nvPr/>
          </p:nvSpPr>
          <p:spPr bwMode="auto">
            <a:xfrm>
              <a:off x="-1836" y="1407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3" name="Text Box 193"/>
            <p:cNvSpPr txBox="1">
              <a:spLocks noChangeArrowheads="1"/>
            </p:cNvSpPr>
            <p:nvPr/>
          </p:nvSpPr>
          <p:spPr bwMode="auto">
            <a:xfrm>
              <a:off x="-2006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804" name="Line 194"/>
            <p:cNvSpPr>
              <a:spLocks noChangeShapeType="1"/>
            </p:cNvSpPr>
            <p:nvPr/>
          </p:nvSpPr>
          <p:spPr bwMode="auto">
            <a:xfrm>
              <a:off x="-1548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5" name="Text Box 195"/>
            <p:cNvSpPr txBox="1">
              <a:spLocks noChangeArrowheads="1"/>
            </p:cNvSpPr>
            <p:nvPr/>
          </p:nvSpPr>
          <p:spPr bwMode="auto">
            <a:xfrm>
              <a:off x="-1718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806" name="Line 196"/>
            <p:cNvSpPr>
              <a:spLocks noChangeShapeType="1"/>
            </p:cNvSpPr>
            <p:nvPr/>
          </p:nvSpPr>
          <p:spPr bwMode="auto">
            <a:xfrm>
              <a:off x="-1260" y="140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7" name="Text Box 197"/>
            <p:cNvSpPr txBox="1">
              <a:spLocks noChangeArrowheads="1"/>
            </p:cNvSpPr>
            <p:nvPr/>
          </p:nvSpPr>
          <p:spPr bwMode="auto">
            <a:xfrm>
              <a:off x="-1430" y="115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808" name="Line 198"/>
            <p:cNvSpPr>
              <a:spLocks noChangeShapeType="1"/>
            </p:cNvSpPr>
            <p:nvPr/>
          </p:nvSpPr>
          <p:spPr bwMode="auto">
            <a:xfrm>
              <a:off x="-972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09" name="Text Box 199"/>
            <p:cNvSpPr txBox="1">
              <a:spLocks noChangeArrowheads="1"/>
            </p:cNvSpPr>
            <p:nvPr/>
          </p:nvSpPr>
          <p:spPr bwMode="auto">
            <a:xfrm>
              <a:off x="-1142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810" name="Line 200"/>
            <p:cNvSpPr>
              <a:spLocks noChangeShapeType="1"/>
            </p:cNvSpPr>
            <p:nvPr/>
          </p:nvSpPr>
          <p:spPr bwMode="auto">
            <a:xfrm>
              <a:off x="-684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1" name="Text Box 201"/>
            <p:cNvSpPr txBox="1">
              <a:spLocks noChangeArrowheads="1"/>
            </p:cNvSpPr>
            <p:nvPr/>
          </p:nvSpPr>
          <p:spPr bwMode="auto">
            <a:xfrm>
              <a:off x="-854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812" name="Line 202"/>
            <p:cNvSpPr>
              <a:spLocks noChangeShapeType="1"/>
            </p:cNvSpPr>
            <p:nvPr/>
          </p:nvSpPr>
          <p:spPr bwMode="auto">
            <a:xfrm>
              <a:off x="-396" y="141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813" name="Text Box 203"/>
            <p:cNvSpPr txBox="1">
              <a:spLocks noChangeArrowheads="1"/>
            </p:cNvSpPr>
            <p:nvPr/>
          </p:nvSpPr>
          <p:spPr bwMode="auto">
            <a:xfrm>
              <a:off x="-566" y="116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52" name="Group 204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-240"/>
            <a:chExt cx="3216" cy="1164"/>
          </a:xfrm>
        </p:grpSpPr>
        <p:sp>
          <p:nvSpPr>
            <p:cNvPr id="23732" name="Rectangle 205"/>
            <p:cNvSpPr>
              <a:spLocks noChangeArrowheads="1"/>
            </p:cNvSpPr>
            <p:nvPr/>
          </p:nvSpPr>
          <p:spPr bwMode="auto">
            <a:xfrm>
              <a:off x="-293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3" name="Rectangle 206"/>
            <p:cNvSpPr>
              <a:spLocks noChangeArrowheads="1"/>
            </p:cNvSpPr>
            <p:nvPr/>
          </p:nvSpPr>
          <p:spPr bwMode="auto">
            <a:xfrm>
              <a:off x="-265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4" name="Rectangle 207"/>
            <p:cNvSpPr>
              <a:spLocks noChangeArrowheads="1"/>
            </p:cNvSpPr>
            <p:nvPr/>
          </p:nvSpPr>
          <p:spPr bwMode="auto">
            <a:xfrm>
              <a:off x="-236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5" name="Rectangle 208"/>
            <p:cNvSpPr>
              <a:spLocks noChangeArrowheads="1"/>
            </p:cNvSpPr>
            <p:nvPr/>
          </p:nvSpPr>
          <p:spPr bwMode="auto">
            <a:xfrm>
              <a:off x="-207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6" name="Rectangle 209"/>
            <p:cNvSpPr>
              <a:spLocks noChangeArrowheads="1"/>
            </p:cNvSpPr>
            <p:nvPr/>
          </p:nvSpPr>
          <p:spPr bwMode="auto">
            <a:xfrm>
              <a:off x="-178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7" name="Rectangle 210"/>
            <p:cNvSpPr>
              <a:spLocks noChangeArrowheads="1"/>
            </p:cNvSpPr>
            <p:nvPr/>
          </p:nvSpPr>
          <p:spPr bwMode="auto">
            <a:xfrm>
              <a:off x="-1498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38" name="Rectangle 211"/>
            <p:cNvSpPr>
              <a:spLocks noChangeArrowheads="1"/>
            </p:cNvSpPr>
            <p:nvPr/>
          </p:nvSpPr>
          <p:spPr bwMode="auto">
            <a:xfrm>
              <a:off x="-1210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9" name="Rectangle 212"/>
            <p:cNvSpPr>
              <a:spLocks noChangeArrowheads="1"/>
            </p:cNvSpPr>
            <p:nvPr/>
          </p:nvSpPr>
          <p:spPr bwMode="auto">
            <a:xfrm>
              <a:off x="-346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0" name="Rectangle 213"/>
            <p:cNvSpPr>
              <a:spLocks noChangeArrowheads="1"/>
            </p:cNvSpPr>
            <p:nvPr/>
          </p:nvSpPr>
          <p:spPr bwMode="auto">
            <a:xfrm>
              <a:off x="-922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1" name="Rectangle 214"/>
            <p:cNvSpPr>
              <a:spLocks noChangeArrowheads="1"/>
            </p:cNvSpPr>
            <p:nvPr/>
          </p:nvSpPr>
          <p:spPr bwMode="auto">
            <a:xfrm>
              <a:off x="-634" y="372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42" name="Rectangle 215"/>
            <p:cNvSpPr>
              <a:spLocks noChangeArrowheads="1"/>
            </p:cNvSpPr>
            <p:nvPr/>
          </p:nvSpPr>
          <p:spPr bwMode="auto">
            <a:xfrm>
              <a:off x="-293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43" name="Rectangle 216"/>
            <p:cNvSpPr>
              <a:spLocks noChangeArrowheads="1"/>
            </p:cNvSpPr>
            <p:nvPr/>
          </p:nvSpPr>
          <p:spPr bwMode="auto">
            <a:xfrm>
              <a:off x="-265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44" name="Rectangle 217"/>
            <p:cNvSpPr>
              <a:spLocks noChangeArrowheads="1"/>
            </p:cNvSpPr>
            <p:nvPr/>
          </p:nvSpPr>
          <p:spPr bwMode="auto">
            <a:xfrm>
              <a:off x="-236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45" name="Rectangle 218"/>
            <p:cNvSpPr>
              <a:spLocks noChangeArrowheads="1"/>
            </p:cNvSpPr>
            <p:nvPr/>
          </p:nvSpPr>
          <p:spPr bwMode="auto">
            <a:xfrm>
              <a:off x="-207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46" name="Rectangle 219"/>
            <p:cNvSpPr>
              <a:spLocks noChangeArrowheads="1"/>
            </p:cNvSpPr>
            <p:nvPr/>
          </p:nvSpPr>
          <p:spPr bwMode="auto">
            <a:xfrm>
              <a:off x="-178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47" name="Rectangle 220"/>
            <p:cNvSpPr>
              <a:spLocks noChangeArrowheads="1"/>
            </p:cNvSpPr>
            <p:nvPr/>
          </p:nvSpPr>
          <p:spPr bwMode="auto">
            <a:xfrm>
              <a:off x="-1498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48" name="Rectangle 221"/>
            <p:cNvSpPr>
              <a:spLocks noChangeArrowheads="1"/>
            </p:cNvSpPr>
            <p:nvPr/>
          </p:nvSpPr>
          <p:spPr bwMode="auto">
            <a:xfrm>
              <a:off x="-1210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49" name="Rectangle 222"/>
            <p:cNvSpPr>
              <a:spLocks noChangeArrowheads="1"/>
            </p:cNvSpPr>
            <p:nvPr/>
          </p:nvSpPr>
          <p:spPr bwMode="auto">
            <a:xfrm>
              <a:off x="-346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50" name="Rectangle 223"/>
            <p:cNvSpPr>
              <a:spLocks noChangeArrowheads="1"/>
            </p:cNvSpPr>
            <p:nvPr/>
          </p:nvSpPr>
          <p:spPr bwMode="auto">
            <a:xfrm>
              <a:off x="-922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51" name="Rectangle 224"/>
            <p:cNvSpPr>
              <a:spLocks noChangeArrowheads="1"/>
            </p:cNvSpPr>
            <p:nvPr/>
          </p:nvSpPr>
          <p:spPr bwMode="auto">
            <a:xfrm>
              <a:off x="-634" y="6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52" name="Text Box 225"/>
            <p:cNvSpPr txBox="1">
              <a:spLocks noChangeArrowheads="1"/>
            </p:cNvSpPr>
            <p:nvPr/>
          </p:nvSpPr>
          <p:spPr bwMode="auto">
            <a:xfrm>
              <a:off x="-3216" y="35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53" name="Text Box 226"/>
            <p:cNvSpPr txBox="1">
              <a:spLocks noChangeArrowheads="1"/>
            </p:cNvSpPr>
            <p:nvPr/>
          </p:nvSpPr>
          <p:spPr bwMode="auto">
            <a:xfrm>
              <a:off x="-2964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54" name="Line 227"/>
            <p:cNvSpPr>
              <a:spLocks noChangeShapeType="1"/>
            </p:cNvSpPr>
            <p:nvPr/>
          </p:nvSpPr>
          <p:spPr bwMode="auto">
            <a:xfrm>
              <a:off x="-2508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5" name="Text Box 228"/>
            <p:cNvSpPr txBox="1">
              <a:spLocks noChangeArrowheads="1"/>
            </p:cNvSpPr>
            <p:nvPr/>
          </p:nvSpPr>
          <p:spPr bwMode="auto">
            <a:xfrm>
              <a:off x="-2678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56" name="Line 229"/>
            <p:cNvSpPr>
              <a:spLocks noChangeShapeType="1"/>
            </p:cNvSpPr>
            <p:nvPr/>
          </p:nvSpPr>
          <p:spPr bwMode="auto">
            <a:xfrm>
              <a:off x="-2796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7" name="Line 230"/>
            <p:cNvSpPr>
              <a:spLocks noChangeShapeType="1"/>
            </p:cNvSpPr>
            <p:nvPr/>
          </p:nvSpPr>
          <p:spPr bwMode="auto">
            <a:xfrm>
              <a:off x="-2220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58" name="Text Box 231"/>
            <p:cNvSpPr txBox="1">
              <a:spLocks noChangeArrowheads="1"/>
            </p:cNvSpPr>
            <p:nvPr/>
          </p:nvSpPr>
          <p:spPr bwMode="auto">
            <a:xfrm>
              <a:off x="-2390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59" name="Line 232"/>
            <p:cNvSpPr>
              <a:spLocks noChangeShapeType="1"/>
            </p:cNvSpPr>
            <p:nvPr/>
          </p:nvSpPr>
          <p:spPr bwMode="auto">
            <a:xfrm>
              <a:off x="-1932" y="12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0" name="Text Box 233"/>
            <p:cNvSpPr txBox="1">
              <a:spLocks noChangeArrowheads="1"/>
            </p:cNvSpPr>
            <p:nvPr/>
          </p:nvSpPr>
          <p:spPr bwMode="auto">
            <a:xfrm>
              <a:off x="-2102" y="-240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61" name="Line 234"/>
            <p:cNvSpPr>
              <a:spLocks noChangeShapeType="1"/>
            </p:cNvSpPr>
            <p:nvPr/>
          </p:nvSpPr>
          <p:spPr bwMode="auto">
            <a:xfrm>
              <a:off x="-1644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2" name="Text Box 235"/>
            <p:cNvSpPr txBox="1">
              <a:spLocks noChangeArrowheads="1"/>
            </p:cNvSpPr>
            <p:nvPr/>
          </p:nvSpPr>
          <p:spPr bwMode="auto">
            <a:xfrm>
              <a:off x="-1814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63" name="Line 236"/>
            <p:cNvSpPr>
              <a:spLocks noChangeShapeType="1"/>
            </p:cNvSpPr>
            <p:nvPr/>
          </p:nvSpPr>
          <p:spPr bwMode="auto">
            <a:xfrm>
              <a:off x="-1356" y="15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4" name="Text Box 237"/>
            <p:cNvSpPr txBox="1">
              <a:spLocks noChangeArrowheads="1"/>
            </p:cNvSpPr>
            <p:nvPr/>
          </p:nvSpPr>
          <p:spPr bwMode="auto">
            <a:xfrm>
              <a:off x="-1526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65" name="Line 238"/>
            <p:cNvSpPr>
              <a:spLocks noChangeShapeType="1"/>
            </p:cNvSpPr>
            <p:nvPr/>
          </p:nvSpPr>
          <p:spPr bwMode="auto">
            <a:xfrm>
              <a:off x="-1068" y="15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6" name="Text Box 239"/>
            <p:cNvSpPr txBox="1">
              <a:spLocks noChangeArrowheads="1"/>
            </p:cNvSpPr>
            <p:nvPr/>
          </p:nvSpPr>
          <p:spPr bwMode="auto">
            <a:xfrm>
              <a:off x="-1238" y="-23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67" name="Line 240"/>
            <p:cNvSpPr>
              <a:spLocks noChangeShapeType="1"/>
            </p:cNvSpPr>
            <p:nvPr/>
          </p:nvSpPr>
          <p:spPr bwMode="auto">
            <a:xfrm>
              <a:off x="-780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68" name="Text Box 241"/>
            <p:cNvSpPr txBox="1">
              <a:spLocks noChangeArrowheads="1"/>
            </p:cNvSpPr>
            <p:nvPr/>
          </p:nvSpPr>
          <p:spPr bwMode="auto">
            <a:xfrm>
              <a:off x="-950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69" name="Line 242"/>
            <p:cNvSpPr>
              <a:spLocks noChangeShapeType="1"/>
            </p:cNvSpPr>
            <p:nvPr/>
          </p:nvSpPr>
          <p:spPr bwMode="auto">
            <a:xfrm>
              <a:off x="-492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0" name="Text Box 243"/>
            <p:cNvSpPr txBox="1">
              <a:spLocks noChangeArrowheads="1"/>
            </p:cNvSpPr>
            <p:nvPr/>
          </p:nvSpPr>
          <p:spPr bwMode="auto">
            <a:xfrm>
              <a:off x="-662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71" name="Line 244"/>
            <p:cNvSpPr>
              <a:spLocks noChangeShapeType="1"/>
            </p:cNvSpPr>
            <p:nvPr/>
          </p:nvSpPr>
          <p:spPr bwMode="auto">
            <a:xfrm>
              <a:off x="-204" y="2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72" name="Text Box 245"/>
            <p:cNvSpPr txBox="1">
              <a:spLocks noChangeArrowheads="1"/>
            </p:cNvSpPr>
            <p:nvPr/>
          </p:nvSpPr>
          <p:spPr bwMode="auto">
            <a:xfrm>
              <a:off x="-374" y="-2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094" name="Group 246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360" y="2016"/>
            <a:chExt cx="3216" cy="1164"/>
          </a:xfrm>
        </p:grpSpPr>
        <p:sp>
          <p:nvSpPr>
            <p:cNvPr id="23691" name="Rectangle 247"/>
            <p:cNvSpPr>
              <a:spLocks noChangeArrowheads="1"/>
            </p:cNvSpPr>
            <p:nvPr/>
          </p:nvSpPr>
          <p:spPr bwMode="auto">
            <a:xfrm>
              <a:off x="-308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2" name="Rectangle 248"/>
            <p:cNvSpPr>
              <a:spLocks noChangeArrowheads="1"/>
            </p:cNvSpPr>
            <p:nvPr/>
          </p:nvSpPr>
          <p:spPr bwMode="auto">
            <a:xfrm>
              <a:off x="-279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3" name="Rectangle 249"/>
            <p:cNvSpPr>
              <a:spLocks noChangeArrowheads="1"/>
            </p:cNvSpPr>
            <p:nvPr/>
          </p:nvSpPr>
          <p:spPr bwMode="auto">
            <a:xfrm>
              <a:off x="-250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4" name="Rectangle 250"/>
            <p:cNvSpPr>
              <a:spLocks noChangeArrowheads="1"/>
            </p:cNvSpPr>
            <p:nvPr/>
          </p:nvSpPr>
          <p:spPr bwMode="auto">
            <a:xfrm>
              <a:off x="-221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5" name="Rectangle 251"/>
            <p:cNvSpPr>
              <a:spLocks noChangeArrowheads="1"/>
            </p:cNvSpPr>
            <p:nvPr/>
          </p:nvSpPr>
          <p:spPr bwMode="auto">
            <a:xfrm>
              <a:off x="-193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6" name="Rectangle 252"/>
            <p:cNvSpPr>
              <a:spLocks noChangeArrowheads="1"/>
            </p:cNvSpPr>
            <p:nvPr/>
          </p:nvSpPr>
          <p:spPr bwMode="auto">
            <a:xfrm>
              <a:off x="-1642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7" name="Rectangle 253"/>
            <p:cNvSpPr>
              <a:spLocks noChangeArrowheads="1"/>
            </p:cNvSpPr>
            <p:nvPr/>
          </p:nvSpPr>
          <p:spPr bwMode="auto">
            <a:xfrm>
              <a:off x="-1354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98" name="Rectangle 254"/>
            <p:cNvSpPr>
              <a:spLocks noChangeArrowheads="1"/>
            </p:cNvSpPr>
            <p:nvPr/>
          </p:nvSpPr>
          <p:spPr bwMode="auto">
            <a:xfrm>
              <a:off x="-490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9" name="Rectangle 255"/>
            <p:cNvSpPr>
              <a:spLocks noChangeArrowheads="1"/>
            </p:cNvSpPr>
            <p:nvPr/>
          </p:nvSpPr>
          <p:spPr bwMode="auto">
            <a:xfrm>
              <a:off x="-1066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0" name="Rectangle 256"/>
            <p:cNvSpPr>
              <a:spLocks noChangeArrowheads="1"/>
            </p:cNvSpPr>
            <p:nvPr/>
          </p:nvSpPr>
          <p:spPr bwMode="auto">
            <a:xfrm>
              <a:off x="-778" y="2628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01" name="Rectangle 257"/>
            <p:cNvSpPr>
              <a:spLocks noChangeArrowheads="1"/>
            </p:cNvSpPr>
            <p:nvPr/>
          </p:nvSpPr>
          <p:spPr bwMode="auto">
            <a:xfrm>
              <a:off x="-308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702" name="Rectangle 258"/>
            <p:cNvSpPr>
              <a:spLocks noChangeArrowheads="1"/>
            </p:cNvSpPr>
            <p:nvPr/>
          </p:nvSpPr>
          <p:spPr bwMode="auto">
            <a:xfrm>
              <a:off x="-279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703" name="Rectangle 259"/>
            <p:cNvSpPr>
              <a:spLocks noChangeArrowheads="1"/>
            </p:cNvSpPr>
            <p:nvPr/>
          </p:nvSpPr>
          <p:spPr bwMode="auto">
            <a:xfrm>
              <a:off x="-250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704" name="Rectangle 260"/>
            <p:cNvSpPr>
              <a:spLocks noChangeArrowheads="1"/>
            </p:cNvSpPr>
            <p:nvPr/>
          </p:nvSpPr>
          <p:spPr bwMode="auto">
            <a:xfrm>
              <a:off x="-221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705" name="Rectangle 261"/>
            <p:cNvSpPr>
              <a:spLocks noChangeArrowheads="1"/>
            </p:cNvSpPr>
            <p:nvPr/>
          </p:nvSpPr>
          <p:spPr bwMode="auto">
            <a:xfrm>
              <a:off x="-193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706" name="Rectangle 262"/>
            <p:cNvSpPr>
              <a:spLocks noChangeArrowheads="1"/>
            </p:cNvSpPr>
            <p:nvPr/>
          </p:nvSpPr>
          <p:spPr bwMode="auto">
            <a:xfrm>
              <a:off x="-1642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707" name="Rectangle 263"/>
            <p:cNvSpPr>
              <a:spLocks noChangeArrowheads="1"/>
            </p:cNvSpPr>
            <p:nvPr/>
          </p:nvSpPr>
          <p:spPr bwMode="auto">
            <a:xfrm>
              <a:off x="-1354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708" name="Rectangle 264"/>
            <p:cNvSpPr>
              <a:spLocks noChangeArrowheads="1"/>
            </p:cNvSpPr>
            <p:nvPr/>
          </p:nvSpPr>
          <p:spPr bwMode="auto">
            <a:xfrm>
              <a:off x="-490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709" name="Rectangle 265"/>
            <p:cNvSpPr>
              <a:spLocks noChangeArrowheads="1"/>
            </p:cNvSpPr>
            <p:nvPr/>
          </p:nvSpPr>
          <p:spPr bwMode="auto">
            <a:xfrm>
              <a:off x="-1066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710" name="Rectangle 266"/>
            <p:cNvSpPr>
              <a:spLocks noChangeArrowheads="1"/>
            </p:cNvSpPr>
            <p:nvPr/>
          </p:nvSpPr>
          <p:spPr bwMode="auto">
            <a:xfrm>
              <a:off x="-778" y="28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711" name="Text Box 267"/>
            <p:cNvSpPr txBox="1">
              <a:spLocks noChangeArrowheads="1"/>
            </p:cNvSpPr>
            <p:nvPr/>
          </p:nvSpPr>
          <p:spPr bwMode="auto">
            <a:xfrm>
              <a:off x="-3360" y="2613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712" name="Text Box 268"/>
            <p:cNvSpPr txBox="1">
              <a:spLocks noChangeArrowheads="1"/>
            </p:cNvSpPr>
            <p:nvPr/>
          </p:nvSpPr>
          <p:spPr bwMode="auto">
            <a:xfrm>
              <a:off x="-3108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713" name="Line 269"/>
            <p:cNvSpPr>
              <a:spLocks noChangeShapeType="1"/>
            </p:cNvSpPr>
            <p:nvPr/>
          </p:nvSpPr>
          <p:spPr bwMode="auto">
            <a:xfrm>
              <a:off x="-2652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4" name="Text Box 270"/>
            <p:cNvSpPr txBox="1">
              <a:spLocks noChangeArrowheads="1"/>
            </p:cNvSpPr>
            <p:nvPr/>
          </p:nvSpPr>
          <p:spPr bwMode="auto">
            <a:xfrm>
              <a:off x="-2822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715" name="Line 271"/>
            <p:cNvSpPr>
              <a:spLocks noChangeShapeType="1"/>
            </p:cNvSpPr>
            <p:nvPr/>
          </p:nvSpPr>
          <p:spPr bwMode="auto">
            <a:xfrm>
              <a:off x="-2940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6" name="Line 272"/>
            <p:cNvSpPr>
              <a:spLocks noChangeShapeType="1"/>
            </p:cNvSpPr>
            <p:nvPr/>
          </p:nvSpPr>
          <p:spPr bwMode="auto">
            <a:xfrm>
              <a:off x="-2364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7" name="Text Box 273"/>
            <p:cNvSpPr txBox="1">
              <a:spLocks noChangeArrowheads="1"/>
            </p:cNvSpPr>
            <p:nvPr/>
          </p:nvSpPr>
          <p:spPr bwMode="auto">
            <a:xfrm>
              <a:off x="-2534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718" name="Line 274"/>
            <p:cNvSpPr>
              <a:spLocks noChangeShapeType="1"/>
            </p:cNvSpPr>
            <p:nvPr/>
          </p:nvSpPr>
          <p:spPr bwMode="auto">
            <a:xfrm>
              <a:off x="-2076" y="226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19" name="Text Box 275"/>
            <p:cNvSpPr txBox="1">
              <a:spLocks noChangeArrowheads="1"/>
            </p:cNvSpPr>
            <p:nvPr/>
          </p:nvSpPr>
          <p:spPr bwMode="auto">
            <a:xfrm>
              <a:off x="-2246" y="201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720" name="Line 276"/>
            <p:cNvSpPr>
              <a:spLocks noChangeShapeType="1"/>
            </p:cNvSpPr>
            <p:nvPr/>
          </p:nvSpPr>
          <p:spPr bwMode="auto">
            <a:xfrm>
              <a:off x="-1788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1" name="Text Box 277"/>
            <p:cNvSpPr txBox="1">
              <a:spLocks noChangeArrowheads="1"/>
            </p:cNvSpPr>
            <p:nvPr/>
          </p:nvSpPr>
          <p:spPr bwMode="auto">
            <a:xfrm>
              <a:off x="-1958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722" name="Line 278"/>
            <p:cNvSpPr>
              <a:spLocks noChangeShapeType="1"/>
            </p:cNvSpPr>
            <p:nvPr/>
          </p:nvSpPr>
          <p:spPr bwMode="auto">
            <a:xfrm>
              <a:off x="-1500" y="2271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3" name="Text Box 279"/>
            <p:cNvSpPr txBox="1">
              <a:spLocks noChangeArrowheads="1"/>
            </p:cNvSpPr>
            <p:nvPr/>
          </p:nvSpPr>
          <p:spPr bwMode="auto">
            <a:xfrm>
              <a:off x="-1670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724" name="Line 280"/>
            <p:cNvSpPr>
              <a:spLocks noChangeShapeType="1"/>
            </p:cNvSpPr>
            <p:nvPr/>
          </p:nvSpPr>
          <p:spPr bwMode="auto">
            <a:xfrm>
              <a:off x="-1212" y="2271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5" name="Text Box 281"/>
            <p:cNvSpPr txBox="1">
              <a:spLocks noChangeArrowheads="1"/>
            </p:cNvSpPr>
            <p:nvPr/>
          </p:nvSpPr>
          <p:spPr bwMode="auto">
            <a:xfrm>
              <a:off x="-1382" y="2019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726" name="Line 282"/>
            <p:cNvSpPr>
              <a:spLocks noChangeShapeType="1"/>
            </p:cNvSpPr>
            <p:nvPr/>
          </p:nvSpPr>
          <p:spPr bwMode="auto">
            <a:xfrm>
              <a:off x="-924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7" name="Text Box 283"/>
            <p:cNvSpPr txBox="1">
              <a:spLocks noChangeArrowheads="1"/>
            </p:cNvSpPr>
            <p:nvPr/>
          </p:nvSpPr>
          <p:spPr bwMode="auto">
            <a:xfrm>
              <a:off x="-1094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728" name="Line 284"/>
            <p:cNvSpPr>
              <a:spLocks noChangeShapeType="1"/>
            </p:cNvSpPr>
            <p:nvPr/>
          </p:nvSpPr>
          <p:spPr bwMode="auto">
            <a:xfrm>
              <a:off x="-636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29" name="Text Box 285"/>
            <p:cNvSpPr txBox="1">
              <a:spLocks noChangeArrowheads="1"/>
            </p:cNvSpPr>
            <p:nvPr/>
          </p:nvSpPr>
          <p:spPr bwMode="auto">
            <a:xfrm>
              <a:off x="-806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730" name="Line 286"/>
            <p:cNvSpPr>
              <a:spLocks noChangeShapeType="1"/>
            </p:cNvSpPr>
            <p:nvPr/>
          </p:nvSpPr>
          <p:spPr bwMode="auto">
            <a:xfrm>
              <a:off x="-348" y="2280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731" name="Text Box 287"/>
            <p:cNvSpPr txBox="1">
              <a:spLocks noChangeArrowheads="1"/>
            </p:cNvSpPr>
            <p:nvPr/>
          </p:nvSpPr>
          <p:spPr bwMode="auto">
            <a:xfrm>
              <a:off x="-518" y="202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36" name="Group 288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384"/>
            <a:chExt cx="3216" cy="1164"/>
          </a:xfrm>
        </p:grpSpPr>
        <p:sp>
          <p:nvSpPr>
            <p:cNvPr id="23650" name="Rectangle 289"/>
            <p:cNvSpPr>
              <a:spLocks noChangeArrowheads="1"/>
            </p:cNvSpPr>
            <p:nvPr/>
          </p:nvSpPr>
          <p:spPr bwMode="auto">
            <a:xfrm>
              <a:off x="-293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1" name="Rectangle 290"/>
            <p:cNvSpPr>
              <a:spLocks noChangeArrowheads="1"/>
            </p:cNvSpPr>
            <p:nvPr/>
          </p:nvSpPr>
          <p:spPr bwMode="auto">
            <a:xfrm>
              <a:off x="-265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2" name="Rectangle 291"/>
            <p:cNvSpPr>
              <a:spLocks noChangeArrowheads="1"/>
            </p:cNvSpPr>
            <p:nvPr/>
          </p:nvSpPr>
          <p:spPr bwMode="auto">
            <a:xfrm>
              <a:off x="-236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3" name="Rectangle 292"/>
            <p:cNvSpPr>
              <a:spLocks noChangeArrowheads="1"/>
            </p:cNvSpPr>
            <p:nvPr/>
          </p:nvSpPr>
          <p:spPr bwMode="auto">
            <a:xfrm>
              <a:off x="-207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4" name="Rectangle 293"/>
            <p:cNvSpPr>
              <a:spLocks noChangeArrowheads="1"/>
            </p:cNvSpPr>
            <p:nvPr/>
          </p:nvSpPr>
          <p:spPr bwMode="auto">
            <a:xfrm>
              <a:off x="-178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5" name="Rectangle 294"/>
            <p:cNvSpPr>
              <a:spLocks noChangeArrowheads="1"/>
            </p:cNvSpPr>
            <p:nvPr/>
          </p:nvSpPr>
          <p:spPr bwMode="auto">
            <a:xfrm>
              <a:off x="-1498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6" name="Rectangle 295"/>
            <p:cNvSpPr>
              <a:spLocks noChangeArrowheads="1"/>
            </p:cNvSpPr>
            <p:nvPr/>
          </p:nvSpPr>
          <p:spPr bwMode="auto">
            <a:xfrm>
              <a:off x="-1210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7" name="Rectangle 296"/>
            <p:cNvSpPr>
              <a:spLocks noChangeArrowheads="1"/>
            </p:cNvSpPr>
            <p:nvPr/>
          </p:nvSpPr>
          <p:spPr bwMode="auto">
            <a:xfrm>
              <a:off x="-346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58" name="Rectangle 297"/>
            <p:cNvSpPr>
              <a:spLocks noChangeArrowheads="1"/>
            </p:cNvSpPr>
            <p:nvPr/>
          </p:nvSpPr>
          <p:spPr bwMode="auto">
            <a:xfrm>
              <a:off x="-922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59" name="Rectangle 298"/>
            <p:cNvSpPr>
              <a:spLocks noChangeArrowheads="1"/>
            </p:cNvSpPr>
            <p:nvPr/>
          </p:nvSpPr>
          <p:spPr bwMode="auto">
            <a:xfrm>
              <a:off x="-634" y="99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60" name="Rectangle 299"/>
            <p:cNvSpPr>
              <a:spLocks noChangeArrowheads="1"/>
            </p:cNvSpPr>
            <p:nvPr/>
          </p:nvSpPr>
          <p:spPr bwMode="auto">
            <a:xfrm>
              <a:off x="-293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61" name="Rectangle 300"/>
            <p:cNvSpPr>
              <a:spLocks noChangeArrowheads="1"/>
            </p:cNvSpPr>
            <p:nvPr/>
          </p:nvSpPr>
          <p:spPr bwMode="auto">
            <a:xfrm>
              <a:off x="-265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62" name="Rectangle 301"/>
            <p:cNvSpPr>
              <a:spLocks noChangeArrowheads="1"/>
            </p:cNvSpPr>
            <p:nvPr/>
          </p:nvSpPr>
          <p:spPr bwMode="auto">
            <a:xfrm>
              <a:off x="-236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63" name="Rectangle 302"/>
            <p:cNvSpPr>
              <a:spLocks noChangeArrowheads="1"/>
            </p:cNvSpPr>
            <p:nvPr/>
          </p:nvSpPr>
          <p:spPr bwMode="auto">
            <a:xfrm>
              <a:off x="-207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64" name="Rectangle 303"/>
            <p:cNvSpPr>
              <a:spLocks noChangeArrowheads="1"/>
            </p:cNvSpPr>
            <p:nvPr/>
          </p:nvSpPr>
          <p:spPr bwMode="auto">
            <a:xfrm>
              <a:off x="-178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65" name="Rectangle 304"/>
            <p:cNvSpPr>
              <a:spLocks noChangeArrowheads="1"/>
            </p:cNvSpPr>
            <p:nvPr/>
          </p:nvSpPr>
          <p:spPr bwMode="auto">
            <a:xfrm>
              <a:off x="-1498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66" name="Rectangle 305"/>
            <p:cNvSpPr>
              <a:spLocks noChangeArrowheads="1"/>
            </p:cNvSpPr>
            <p:nvPr/>
          </p:nvSpPr>
          <p:spPr bwMode="auto">
            <a:xfrm>
              <a:off x="-1210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67" name="Rectangle 306"/>
            <p:cNvSpPr>
              <a:spLocks noChangeArrowheads="1"/>
            </p:cNvSpPr>
            <p:nvPr/>
          </p:nvSpPr>
          <p:spPr bwMode="auto">
            <a:xfrm>
              <a:off x="-346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68" name="Rectangle 307"/>
            <p:cNvSpPr>
              <a:spLocks noChangeArrowheads="1"/>
            </p:cNvSpPr>
            <p:nvPr/>
          </p:nvSpPr>
          <p:spPr bwMode="auto">
            <a:xfrm>
              <a:off x="-922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69" name="Rectangle 308"/>
            <p:cNvSpPr>
              <a:spLocks noChangeArrowheads="1"/>
            </p:cNvSpPr>
            <p:nvPr/>
          </p:nvSpPr>
          <p:spPr bwMode="auto">
            <a:xfrm>
              <a:off x="-634" y="12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70" name="Text Box 309"/>
            <p:cNvSpPr txBox="1">
              <a:spLocks noChangeArrowheads="1"/>
            </p:cNvSpPr>
            <p:nvPr/>
          </p:nvSpPr>
          <p:spPr bwMode="auto">
            <a:xfrm>
              <a:off x="-3216" y="981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71" name="Text Box 310"/>
            <p:cNvSpPr txBox="1">
              <a:spLocks noChangeArrowheads="1"/>
            </p:cNvSpPr>
            <p:nvPr/>
          </p:nvSpPr>
          <p:spPr bwMode="auto">
            <a:xfrm>
              <a:off x="-2964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72" name="Line 311"/>
            <p:cNvSpPr>
              <a:spLocks noChangeShapeType="1"/>
            </p:cNvSpPr>
            <p:nvPr/>
          </p:nvSpPr>
          <p:spPr bwMode="auto">
            <a:xfrm>
              <a:off x="-2508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3" name="Text Box 312"/>
            <p:cNvSpPr txBox="1">
              <a:spLocks noChangeArrowheads="1"/>
            </p:cNvSpPr>
            <p:nvPr/>
          </p:nvSpPr>
          <p:spPr bwMode="auto">
            <a:xfrm>
              <a:off x="-2678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74" name="Line 313"/>
            <p:cNvSpPr>
              <a:spLocks noChangeShapeType="1"/>
            </p:cNvSpPr>
            <p:nvPr/>
          </p:nvSpPr>
          <p:spPr bwMode="auto">
            <a:xfrm>
              <a:off x="-2796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5" name="Line 314"/>
            <p:cNvSpPr>
              <a:spLocks noChangeShapeType="1"/>
            </p:cNvSpPr>
            <p:nvPr/>
          </p:nvSpPr>
          <p:spPr bwMode="auto">
            <a:xfrm>
              <a:off x="-2220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6" name="Text Box 315"/>
            <p:cNvSpPr txBox="1">
              <a:spLocks noChangeArrowheads="1"/>
            </p:cNvSpPr>
            <p:nvPr/>
          </p:nvSpPr>
          <p:spPr bwMode="auto">
            <a:xfrm>
              <a:off x="-2390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77" name="Line 316"/>
            <p:cNvSpPr>
              <a:spLocks noChangeShapeType="1"/>
            </p:cNvSpPr>
            <p:nvPr/>
          </p:nvSpPr>
          <p:spPr bwMode="auto">
            <a:xfrm>
              <a:off x="-1932" y="63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78" name="Text Box 317"/>
            <p:cNvSpPr txBox="1">
              <a:spLocks noChangeArrowheads="1"/>
            </p:cNvSpPr>
            <p:nvPr/>
          </p:nvSpPr>
          <p:spPr bwMode="auto">
            <a:xfrm>
              <a:off x="-2102" y="38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79" name="Line 318"/>
            <p:cNvSpPr>
              <a:spLocks noChangeShapeType="1"/>
            </p:cNvSpPr>
            <p:nvPr/>
          </p:nvSpPr>
          <p:spPr bwMode="auto">
            <a:xfrm>
              <a:off x="-1644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0" name="Text Box 319"/>
            <p:cNvSpPr txBox="1">
              <a:spLocks noChangeArrowheads="1"/>
            </p:cNvSpPr>
            <p:nvPr/>
          </p:nvSpPr>
          <p:spPr bwMode="auto">
            <a:xfrm>
              <a:off x="-1814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81" name="Line 320"/>
            <p:cNvSpPr>
              <a:spLocks noChangeShapeType="1"/>
            </p:cNvSpPr>
            <p:nvPr/>
          </p:nvSpPr>
          <p:spPr bwMode="auto">
            <a:xfrm>
              <a:off x="-1356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2" name="Text Box 321"/>
            <p:cNvSpPr txBox="1">
              <a:spLocks noChangeArrowheads="1"/>
            </p:cNvSpPr>
            <p:nvPr/>
          </p:nvSpPr>
          <p:spPr bwMode="auto">
            <a:xfrm>
              <a:off x="-1526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83" name="Line 322"/>
            <p:cNvSpPr>
              <a:spLocks noChangeShapeType="1"/>
            </p:cNvSpPr>
            <p:nvPr/>
          </p:nvSpPr>
          <p:spPr bwMode="auto">
            <a:xfrm>
              <a:off x="-1068" y="63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4" name="Text Box 323"/>
            <p:cNvSpPr txBox="1">
              <a:spLocks noChangeArrowheads="1"/>
            </p:cNvSpPr>
            <p:nvPr/>
          </p:nvSpPr>
          <p:spPr bwMode="auto">
            <a:xfrm>
              <a:off x="-1238" y="38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85" name="Line 324"/>
            <p:cNvSpPr>
              <a:spLocks noChangeShapeType="1"/>
            </p:cNvSpPr>
            <p:nvPr/>
          </p:nvSpPr>
          <p:spPr bwMode="auto">
            <a:xfrm>
              <a:off x="-780" y="64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6" name="Text Box 325"/>
            <p:cNvSpPr txBox="1">
              <a:spLocks noChangeArrowheads="1"/>
            </p:cNvSpPr>
            <p:nvPr/>
          </p:nvSpPr>
          <p:spPr bwMode="auto">
            <a:xfrm>
              <a:off x="-950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87" name="Line 326"/>
            <p:cNvSpPr>
              <a:spLocks noChangeShapeType="1"/>
            </p:cNvSpPr>
            <p:nvPr/>
          </p:nvSpPr>
          <p:spPr bwMode="auto">
            <a:xfrm>
              <a:off x="-492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88" name="Text Box 327"/>
            <p:cNvSpPr txBox="1">
              <a:spLocks noChangeArrowheads="1"/>
            </p:cNvSpPr>
            <p:nvPr/>
          </p:nvSpPr>
          <p:spPr bwMode="auto">
            <a:xfrm>
              <a:off x="-662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89" name="Line 328"/>
            <p:cNvSpPr>
              <a:spLocks noChangeShapeType="1"/>
            </p:cNvSpPr>
            <p:nvPr/>
          </p:nvSpPr>
          <p:spPr bwMode="auto">
            <a:xfrm>
              <a:off x="-204" y="64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90" name="Text Box 329"/>
            <p:cNvSpPr txBox="1">
              <a:spLocks noChangeArrowheads="1"/>
            </p:cNvSpPr>
            <p:nvPr/>
          </p:nvSpPr>
          <p:spPr bwMode="auto">
            <a:xfrm>
              <a:off x="-374" y="39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178" name="Group 330"/>
          <p:cNvGrpSpPr>
            <a:grpSpLocks/>
          </p:cNvGrpSpPr>
          <p:nvPr/>
        </p:nvGrpSpPr>
        <p:grpSpPr bwMode="auto">
          <a:xfrm>
            <a:off x="3354388" y="4514428"/>
            <a:ext cx="5105400" cy="1847850"/>
            <a:chOff x="-3216" y="432"/>
            <a:chExt cx="3216" cy="1164"/>
          </a:xfrm>
        </p:grpSpPr>
        <p:sp>
          <p:nvSpPr>
            <p:cNvPr id="23609" name="Rectangle 331"/>
            <p:cNvSpPr>
              <a:spLocks noChangeArrowheads="1"/>
            </p:cNvSpPr>
            <p:nvPr/>
          </p:nvSpPr>
          <p:spPr bwMode="auto">
            <a:xfrm>
              <a:off x="-293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0" name="Rectangle 332"/>
            <p:cNvSpPr>
              <a:spLocks noChangeArrowheads="1"/>
            </p:cNvSpPr>
            <p:nvPr/>
          </p:nvSpPr>
          <p:spPr bwMode="auto">
            <a:xfrm>
              <a:off x="-265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1" name="Rectangle 333"/>
            <p:cNvSpPr>
              <a:spLocks noChangeArrowheads="1"/>
            </p:cNvSpPr>
            <p:nvPr/>
          </p:nvSpPr>
          <p:spPr bwMode="auto">
            <a:xfrm>
              <a:off x="-236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2" name="Rectangle 334"/>
            <p:cNvSpPr>
              <a:spLocks noChangeArrowheads="1"/>
            </p:cNvSpPr>
            <p:nvPr/>
          </p:nvSpPr>
          <p:spPr bwMode="auto">
            <a:xfrm>
              <a:off x="-207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3" name="Rectangle 335"/>
            <p:cNvSpPr>
              <a:spLocks noChangeArrowheads="1"/>
            </p:cNvSpPr>
            <p:nvPr/>
          </p:nvSpPr>
          <p:spPr bwMode="auto">
            <a:xfrm>
              <a:off x="-178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4" name="Rectangle 336"/>
            <p:cNvSpPr>
              <a:spLocks noChangeArrowheads="1"/>
            </p:cNvSpPr>
            <p:nvPr/>
          </p:nvSpPr>
          <p:spPr bwMode="auto">
            <a:xfrm>
              <a:off x="-1498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5" name="Rectangle 337"/>
            <p:cNvSpPr>
              <a:spLocks noChangeArrowheads="1"/>
            </p:cNvSpPr>
            <p:nvPr/>
          </p:nvSpPr>
          <p:spPr bwMode="auto">
            <a:xfrm>
              <a:off x="-1210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6" name="Rectangle 338"/>
            <p:cNvSpPr>
              <a:spLocks noChangeArrowheads="1"/>
            </p:cNvSpPr>
            <p:nvPr/>
          </p:nvSpPr>
          <p:spPr bwMode="auto">
            <a:xfrm>
              <a:off x="-346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17" name="Rectangle 339"/>
            <p:cNvSpPr>
              <a:spLocks noChangeArrowheads="1"/>
            </p:cNvSpPr>
            <p:nvPr/>
          </p:nvSpPr>
          <p:spPr bwMode="auto">
            <a:xfrm>
              <a:off x="-922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8" name="Rectangle 340"/>
            <p:cNvSpPr>
              <a:spLocks noChangeArrowheads="1"/>
            </p:cNvSpPr>
            <p:nvPr/>
          </p:nvSpPr>
          <p:spPr bwMode="auto">
            <a:xfrm>
              <a:off x="-634" y="1044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19" name="Rectangle 341"/>
            <p:cNvSpPr>
              <a:spLocks noChangeArrowheads="1"/>
            </p:cNvSpPr>
            <p:nvPr/>
          </p:nvSpPr>
          <p:spPr bwMode="auto">
            <a:xfrm>
              <a:off x="-293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620" name="Rectangle 342"/>
            <p:cNvSpPr>
              <a:spLocks noChangeArrowheads="1"/>
            </p:cNvSpPr>
            <p:nvPr/>
          </p:nvSpPr>
          <p:spPr bwMode="auto">
            <a:xfrm>
              <a:off x="-265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621" name="Rectangle 343"/>
            <p:cNvSpPr>
              <a:spLocks noChangeArrowheads="1"/>
            </p:cNvSpPr>
            <p:nvPr/>
          </p:nvSpPr>
          <p:spPr bwMode="auto">
            <a:xfrm>
              <a:off x="-236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622" name="Rectangle 344"/>
            <p:cNvSpPr>
              <a:spLocks noChangeArrowheads="1"/>
            </p:cNvSpPr>
            <p:nvPr/>
          </p:nvSpPr>
          <p:spPr bwMode="auto">
            <a:xfrm>
              <a:off x="-207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623" name="Rectangle 345"/>
            <p:cNvSpPr>
              <a:spLocks noChangeArrowheads="1"/>
            </p:cNvSpPr>
            <p:nvPr/>
          </p:nvSpPr>
          <p:spPr bwMode="auto">
            <a:xfrm>
              <a:off x="-178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624" name="Rectangle 346"/>
            <p:cNvSpPr>
              <a:spLocks noChangeArrowheads="1"/>
            </p:cNvSpPr>
            <p:nvPr/>
          </p:nvSpPr>
          <p:spPr bwMode="auto">
            <a:xfrm>
              <a:off x="-1498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625" name="Rectangle 347"/>
            <p:cNvSpPr>
              <a:spLocks noChangeArrowheads="1"/>
            </p:cNvSpPr>
            <p:nvPr/>
          </p:nvSpPr>
          <p:spPr bwMode="auto">
            <a:xfrm>
              <a:off x="-1210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626" name="Rectangle 348"/>
            <p:cNvSpPr>
              <a:spLocks noChangeArrowheads="1"/>
            </p:cNvSpPr>
            <p:nvPr/>
          </p:nvSpPr>
          <p:spPr bwMode="auto">
            <a:xfrm>
              <a:off x="-346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627" name="Rectangle 349"/>
            <p:cNvSpPr>
              <a:spLocks noChangeArrowheads="1"/>
            </p:cNvSpPr>
            <p:nvPr/>
          </p:nvSpPr>
          <p:spPr bwMode="auto">
            <a:xfrm>
              <a:off x="-922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628" name="Rectangle 350"/>
            <p:cNvSpPr>
              <a:spLocks noChangeArrowheads="1"/>
            </p:cNvSpPr>
            <p:nvPr/>
          </p:nvSpPr>
          <p:spPr bwMode="auto">
            <a:xfrm>
              <a:off x="-634" y="130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629" name="Text Box 351"/>
            <p:cNvSpPr txBox="1">
              <a:spLocks noChangeArrowheads="1"/>
            </p:cNvSpPr>
            <p:nvPr/>
          </p:nvSpPr>
          <p:spPr bwMode="auto">
            <a:xfrm>
              <a:off x="-3216" y="102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630" name="Text Box 352"/>
            <p:cNvSpPr txBox="1">
              <a:spLocks noChangeArrowheads="1"/>
            </p:cNvSpPr>
            <p:nvPr/>
          </p:nvSpPr>
          <p:spPr bwMode="auto">
            <a:xfrm>
              <a:off x="-2964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631" name="Line 353"/>
            <p:cNvSpPr>
              <a:spLocks noChangeShapeType="1"/>
            </p:cNvSpPr>
            <p:nvPr/>
          </p:nvSpPr>
          <p:spPr bwMode="auto">
            <a:xfrm>
              <a:off x="-2508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2" name="Text Box 354"/>
            <p:cNvSpPr txBox="1">
              <a:spLocks noChangeArrowheads="1"/>
            </p:cNvSpPr>
            <p:nvPr/>
          </p:nvSpPr>
          <p:spPr bwMode="auto">
            <a:xfrm>
              <a:off x="-2678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633" name="Line 355"/>
            <p:cNvSpPr>
              <a:spLocks noChangeShapeType="1"/>
            </p:cNvSpPr>
            <p:nvPr/>
          </p:nvSpPr>
          <p:spPr bwMode="auto">
            <a:xfrm>
              <a:off x="-2796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4" name="Line 356"/>
            <p:cNvSpPr>
              <a:spLocks noChangeShapeType="1"/>
            </p:cNvSpPr>
            <p:nvPr/>
          </p:nvSpPr>
          <p:spPr bwMode="auto">
            <a:xfrm>
              <a:off x="-2220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5" name="Text Box 357"/>
            <p:cNvSpPr txBox="1">
              <a:spLocks noChangeArrowheads="1"/>
            </p:cNvSpPr>
            <p:nvPr/>
          </p:nvSpPr>
          <p:spPr bwMode="auto">
            <a:xfrm>
              <a:off x="-2390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636" name="Line 358"/>
            <p:cNvSpPr>
              <a:spLocks noChangeShapeType="1"/>
            </p:cNvSpPr>
            <p:nvPr/>
          </p:nvSpPr>
          <p:spPr bwMode="auto">
            <a:xfrm>
              <a:off x="-1932" y="684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7" name="Text Box 359"/>
            <p:cNvSpPr txBox="1">
              <a:spLocks noChangeArrowheads="1"/>
            </p:cNvSpPr>
            <p:nvPr/>
          </p:nvSpPr>
          <p:spPr bwMode="auto">
            <a:xfrm>
              <a:off x="-2102" y="432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638" name="Line 360"/>
            <p:cNvSpPr>
              <a:spLocks noChangeShapeType="1"/>
            </p:cNvSpPr>
            <p:nvPr/>
          </p:nvSpPr>
          <p:spPr bwMode="auto">
            <a:xfrm>
              <a:off x="-1644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39" name="Text Box 361"/>
            <p:cNvSpPr txBox="1">
              <a:spLocks noChangeArrowheads="1"/>
            </p:cNvSpPr>
            <p:nvPr/>
          </p:nvSpPr>
          <p:spPr bwMode="auto">
            <a:xfrm>
              <a:off x="-1814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640" name="Line 362"/>
            <p:cNvSpPr>
              <a:spLocks noChangeShapeType="1"/>
            </p:cNvSpPr>
            <p:nvPr/>
          </p:nvSpPr>
          <p:spPr bwMode="auto">
            <a:xfrm>
              <a:off x="-1356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1" name="Text Box 363"/>
            <p:cNvSpPr txBox="1">
              <a:spLocks noChangeArrowheads="1"/>
            </p:cNvSpPr>
            <p:nvPr/>
          </p:nvSpPr>
          <p:spPr bwMode="auto">
            <a:xfrm>
              <a:off x="-1526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42" name="Line 364"/>
            <p:cNvSpPr>
              <a:spLocks noChangeShapeType="1"/>
            </p:cNvSpPr>
            <p:nvPr/>
          </p:nvSpPr>
          <p:spPr bwMode="auto">
            <a:xfrm>
              <a:off x="-1068" y="687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3" name="Text Box 365"/>
            <p:cNvSpPr txBox="1">
              <a:spLocks noChangeArrowheads="1"/>
            </p:cNvSpPr>
            <p:nvPr/>
          </p:nvSpPr>
          <p:spPr bwMode="auto">
            <a:xfrm>
              <a:off x="-1238" y="435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44" name="Line 366"/>
            <p:cNvSpPr>
              <a:spLocks noChangeShapeType="1"/>
            </p:cNvSpPr>
            <p:nvPr/>
          </p:nvSpPr>
          <p:spPr bwMode="auto">
            <a:xfrm>
              <a:off x="-780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5" name="Text Box 367"/>
            <p:cNvSpPr txBox="1">
              <a:spLocks noChangeArrowheads="1"/>
            </p:cNvSpPr>
            <p:nvPr/>
          </p:nvSpPr>
          <p:spPr bwMode="auto">
            <a:xfrm>
              <a:off x="-950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46" name="Line 368"/>
            <p:cNvSpPr>
              <a:spLocks noChangeShapeType="1"/>
            </p:cNvSpPr>
            <p:nvPr/>
          </p:nvSpPr>
          <p:spPr bwMode="auto">
            <a:xfrm>
              <a:off x="-492" y="696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7" name="Text Box 369"/>
            <p:cNvSpPr txBox="1">
              <a:spLocks noChangeArrowheads="1"/>
            </p:cNvSpPr>
            <p:nvPr/>
          </p:nvSpPr>
          <p:spPr bwMode="auto">
            <a:xfrm>
              <a:off x="-662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48" name="Line 370"/>
            <p:cNvSpPr>
              <a:spLocks noChangeShapeType="1"/>
            </p:cNvSpPr>
            <p:nvPr/>
          </p:nvSpPr>
          <p:spPr bwMode="auto">
            <a:xfrm>
              <a:off x="-204" y="6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49" name="Text Box 371"/>
            <p:cNvSpPr txBox="1">
              <a:spLocks noChangeArrowheads="1"/>
            </p:cNvSpPr>
            <p:nvPr/>
          </p:nvSpPr>
          <p:spPr bwMode="auto">
            <a:xfrm>
              <a:off x="-374" y="4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grpSp>
        <p:nvGrpSpPr>
          <p:cNvPr id="207220" name="Group 372"/>
          <p:cNvGrpSpPr>
            <a:grpSpLocks/>
          </p:cNvGrpSpPr>
          <p:nvPr/>
        </p:nvGrpSpPr>
        <p:grpSpPr bwMode="auto">
          <a:xfrm>
            <a:off x="3354388" y="4533478"/>
            <a:ext cx="5105400" cy="1847850"/>
            <a:chOff x="-3360" y="144"/>
            <a:chExt cx="3216" cy="1164"/>
          </a:xfrm>
        </p:grpSpPr>
        <p:sp>
          <p:nvSpPr>
            <p:cNvPr id="23568" name="Rectangle 373"/>
            <p:cNvSpPr>
              <a:spLocks noChangeArrowheads="1"/>
            </p:cNvSpPr>
            <p:nvPr/>
          </p:nvSpPr>
          <p:spPr bwMode="auto">
            <a:xfrm>
              <a:off x="-308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2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69" name="Rectangle 374"/>
            <p:cNvSpPr>
              <a:spLocks noChangeArrowheads="1"/>
            </p:cNvSpPr>
            <p:nvPr/>
          </p:nvSpPr>
          <p:spPr bwMode="auto">
            <a:xfrm>
              <a:off x="-279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3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0" name="Rectangle 375"/>
            <p:cNvSpPr>
              <a:spLocks noChangeArrowheads="1"/>
            </p:cNvSpPr>
            <p:nvPr/>
          </p:nvSpPr>
          <p:spPr bwMode="auto">
            <a:xfrm>
              <a:off x="-250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4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1" name="Rectangle 376"/>
            <p:cNvSpPr>
              <a:spLocks noChangeArrowheads="1"/>
            </p:cNvSpPr>
            <p:nvPr/>
          </p:nvSpPr>
          <p:spPr bwMode="auto">
            <a:xfrm>
              <a:off x="-221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5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2" name="Rectangle 377"/>
            <p:cNvSpPr>
              <a:spLocks noChangeArrowheads="1"/>
            </p:cNvSpPr>
            <p:nvPr/>
          </p:nvSpPr>
          <p:spPr bwMode="auto">
            <a:xfrm>
              <a:off x="-193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6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3" name="Rectangle 378"/>
            <p:cNvSpPr>
              <a:spLocks noChangeArrowheads="1"/>
            </p:cNvSpPr>
            <p:nvPr/>
          </p:nvSpPr>
          <p:spPr bwMode="auto">
            <a:xfrm>
              <a:off x="-1642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7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4" name="Rectangle 379"/>
            <p:cNvSpPr>
              <a:spLocks noChangeArrowheads="1"/>
            </p:cNvSpPr>
            <p:nvPr/>
          </p:nvSpPr>
          <p:spPr bwMode="auto">
            <a:xfrm>
              <a:off x="-1354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8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5" name="Rectangle 380"/>
            <p:cNvSpPr>
              <a:spLocks noChangeArrowheads="1"/>
            </p:cNvSpPr>
            <p:nvPr/>
          </p:nvSpPr>
          <p:spPr bwMode="auto">
            <a:xfrm>
              <a:off x="-490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11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6" name="Rectangle 381"/>
            <p:cNvSpPr>
              <a:spLocks noChangeArrowheads="1"/>
            </p:cNvSpPr>
            <p:nvPr/>
          </p:nvSpPr>
          <p:spPr bwMode="auto">
            <a:xfrm>
              <a:off x="-1066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9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7" name="Rectangle 382"/>
            <p:cNvSpPr>
              <a:spLocks noChangeArrowheads="1"/>
            </p:cNvSpPr>
            <p:nvPr/>
          </p:nvSpPr>
          <p:spPr bwMode="auto">
            <a:xfrm>
              <a:off x="-778" y="75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latin typeface="Times New Roman" pitchFamily="18" charset="0"/>
                </a:rPr>
                <a:t>10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78" name="Rectangle 383"/>
            <p:cNvSpPr>
              <a:spLocks noChangeArrowheads="1"/>
            </p:cNvSpPr>
            <p:nvPr/>
          </p:nvSpPr>
          <p:spPr bwMode="auto">
            <a:xfrm>
              <a:off x="-308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3579" name="Rectangle 384"/>
            <p:cNvSpPr>
              <a:spLocks noChangeArrowheads="1"/>
            </p:cNvSpPr>
            <p:nvPr/>
          </p:nvSpPr>
          <p:spPr bwMode="auto">
            <a:xfrm>
              <a:off x="-279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0" name="Rectangle 385"/>
            <p:cNvSpPr>
              <a:spLocks noChangeArrowheads="1"/>
            </p:cNvSpPr>
            <p:nvPr/>
          </p:nvSpPr>
          <p:spPr bwMode="auto">
            <a:xfrm>
              <a:off x="-250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581" name="Rectangle 386"/>
            <p:cNvSpPr>
              <a:spLocks noChangeArrowheads="1"/>
            </p:cNvSpPr>
            <p:nvPr/>
          </p:nvSpPr>
          <p:spPr bwMode="auto">
            <a:xfrm>
              <a:off x="-221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582" name="Rectangle 387"/>
            <p:cNvSpPr>
              <a:spLocks noChangeArrowheads="1"/>
            </p:cNvSpPr>
            <p:nvPr/>
          </p:nvSpPr>
          <p:spPr bwMode="auto">
            <a:xfrm>
              <a:off x="-193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3583" name="Rectangle 388"/>
            <p:cNvSpPr>
              <a:spLocks noChangeArrowheads="1"/>
            </p:cNvSpPr>
            <p:nvPr/>
          </p:nvSpPr>
          <p:spPr bwMode="auto">
            <a:xfrm>
              <a:off x="-1642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23584" name="Rectangle 389"/>
            <p:cNvSpPr>
              <a:spLocks noChangeArrowheads="1"/>
            </p:cNvSpPr>
            <p:nvPr/>
          </p:nvSpPr>
          <p:spPr bwMode="auto">
            <a:xfrm>
              <a:off x="-1354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23585" name="Rectangle 390"/>
            <p:cNvSpPr>
              <a:spLocks noChangeArrowheads="1"/>
            </p:cNvSpPr>
            <p:nvPr/>
          </p:nvSpPr>
          <p:spPr bwMode="auto">
            <a:xfrm>
              <a:off x="-490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3586" name="Rectangle 391"/>
            <p:cNvSpPr>
              <a:spLocks noChangeArrowheads="1"/>
            </p:cNvSpPr>
            <p:nvPr/>
          </p:nvSpPr>
          <p:spPr bwMode="auto">
            <a:xfrm>
              <a:off x="-1066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3587" name="Rectangle 392"/>
            <p:cNvSpPr>
              <a:spLocks noChangeArrowheads="1"/>
            </p:cNvSpPr>
            <p:nvPr/>
          </p:nvSpPr>
          <p:spPr bwMode="auto">
            <a:xfrm>
              <a:off x="-778" y="102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sz="2400" b="1" dirty="0">
                  <a:solidFill>
                    <a:srgbClr val="FF33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23588" name="Text Box 393"/>
            <p:cNvSpPr txBox="1">
              <a:spLocks noChangeArrowheads="1"/>
            </p:cNvSpPr>
            <p:nvPr/>
          </p:nvSpPr>
          <p:spPr bwMode="auto">
            <a:xfrm>
              <a:off x="-3360" y="709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latin typeface="Times New Roman" pitchFamily="18" charset="0"/>
                </a:rPr>
                <a:t>A</a:t>
              </a:r>
              <a:endParaRPr lang="es-ES" sz="2400" dirty="0">
                <a:latin typeface="Times New Roman" pitchFamily="18" charset="0"/>
              </a:endParaRPr>
            </a:p>
          </p:txBody>
        </p:sp>
        <p:sp>
          <p:nvSpPr>
            <p:cNvPr id="23589" name="Text Box 394"/>
            <p:cNvSpPr txBox="1">
              <a:spLocks noChangeArrowheads="1"/>
            </p:cNvSpPr>
            <p:nvPr/>
          </p:nvSpPr>
          <p:spPr bwMode="auto">
            <a:xfrm>
              <a:off x="-3108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i=0</a:t>
              </a:r>
            </a:p>
          </p:txBody>
        </p:sp>
        <p:sp>
          <p:nvSpPr>
            <p:cNvPr id="23590" name="Line 395"/>
            <p:cNvSpPr>
              <a:spLocks noChangeShapeType="1"/>
            </p:cNvSpPr>
            <p:nvPr/>
          </p:nvSpPr>
          <p:spPr bwMode="auto">
            <a:xfrm>
              <a:off x="-2652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1" name="Text Box 396"/>
            <p:cNvSpPr txBox="1">
              <a:spLocks noChangeArrowheads="1"/>
            </p:cNvSpPr>
            <p:nvPr/>
          </p:nvSpPr>
          <p:spPr bwMode="auto">
            <a:xfrm>
              <a:off x="-2822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i=1</a:t>
              </a:r>
            </a:p>
          </p:txBody>
        </p:sp>
        <p:sp>
          <p:nvSpPr>
            <p:cNvPr id="23592" name="Line 397"/>
            <p:cNvSpPr>
              <a:spLocks noChangeShapeType="1"/>
            </p:cNvSpPr>
            <p:nvPr/>
          </p:nvSpPr>
          <p:spPr bwMode="auto">
            <a:xfrm>
              <a:off x="-2940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3" name="Line 398"/>
            <p:cNvSpPr>
              <a:spLocks noChangeShapeType="1"/>
            </p:cNvSpPr>
            <p:nvPr/>
          </p:nvSpPr>
          <p:spPr bwMode="auto">
            <a:xfrm>
              <a:off x="-2364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4" name="Text Box 399"/>
            <p:cNvSpPr txBox="1">
              <a:spLocks noChangeArrowheads="1"/>
            </p:cNvSpPr>
            <p:nvPr/>
          </p:nvSpPr>
          <p:spPr bwMode="auto">
            <a:xfrm>
              <a:off x="-2534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i=2</a:t>
              </a:r>
            </a:p>
          </p:txBody>
        </p:sp>
        <p:sp>
          <p:nvSpPr>
            <p:cNvPr id="23595" name="Line 400"/>
            <p:cNvSpPr>
              <a:spLocks noChangeShapeType="1"/>
            </p:cNvSpPr>
            <p:nvPr/>
          </p:nvSpPr>
          <p:spPr bwMode="auto">
            <a:xfrm>
              <a:off x="-2076" y="396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6" name="Text Box 401"/>
            <p:cNvSpPr txBox="1">
              <a:spLocks noChangeArrowheads="1"/>
            </p:cNvSpPr>
            <p:nvPr/>
          </p:nvSpPr>
          <p:spPr bwMode="auto">
            <a:xfrm>
              <a:off x="-2246" y="144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i=3</a:t>
              </a:r>
            </a:p>
          </p:txBody>
        </p:sp>
        <p:sp>
          <p:nvSpPr>
            <p:cNvPr id="23597" name="Line 402"/>
            <p:cNvSpPr>
              <a:spLocks noChangeShapeType="1"/>
            </p:cNvSpPr>
            <p:nvPr/>
          </p:nvSpPr>
          <p:spPr bwMode="auto">
            <a:xfrm>
              <a:off x="-1788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598" name="Text Box 403"/>
            <p:cNvSpPr txBox="1">
              <a:spLocks noChangeArrowheads="1"/>
            </p:cNvSpPr>
            <p:nvPr/>
          </p:nvSpPr>
          <p:spPr bwMode="auto">
            <a:xfrm>
              <a:off x="-1958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i=4</a:t>
              </a:r>
            </a:p>
          </p:txBody>
        </p:sp>
        <p:sp>
          <p:nvSpPr>
            <p:cNvPr id="23599" name="Line 404"/>
            <p:cNvSpPr>
              <a:spLocks noChangeShapeType="1"/>
            </p:cNvSpPr>
            <p:nvPr/>
          </p:nvSpPr>
          <p:spPr bwMode="auto">
            <a:xfrm>
              <a:off x="-1500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0" name="Text Box 405"/>
            <p:cNvSpPr txBox="1">
              <a:spLocks noChangeArrowheads="1"/>
            </p:cNvSpPr>
            <p:nvPr/>
          </p:nvSpPr>
          <p:spPr bwMode="auto">
            <a:xfrm>
              <a:off x="-1670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i=5</a:t>
              </a:r>
            </a:p>
          </p:txBody>
        </p:sp>
        <p:sp>
          <p:nvSpPr>
            <p:cNvPr id="23601" name="Line 406"/>
            <p:cNvSpPr>
              <a:spLocks noChangeShapeType="1"/>
            </p:cNvSpPr>
            <p:nvPr/>
          </p:nvSpPr>
          <p:spPr bwMode="auto">
            <a:xfrm>
              <a:off x="-1212" y="399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2" name="Text Box 407"/>
            <p:cNvSpPr txBox="1">
              <a:spLocks noChangeArrowheads="1"/>
            </p:cNvSpPr>
            <p:nvPr/>
          </p:nvSpPr>
          <p:spPr bwMode="auto">
            <a:xfrm>
              <a:off x="-1382" y="147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i=6</a:t>
              </a:r>
            </a:p>
          </p:txBody>
        </p:sp>
        <p:sp>
          <p:nvSpPr>
            <p:cNvPr id="23603" name="Line 408"/>
            <p:cNvSpPr>
              <a:spLocks noChangeShapeType="1"/>
            </p:cNvSpPr>
            <p:nvPr/>
          </p:nvSpPr>
          <p:spPr bwMode="auto">
            <a:xfrm>
              <a:off x="-924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4" name="Text Box 409"/>
            <p:cNvSpPr txBox="1">
              <a:spLocks noChangeArrowheads="1"/>
            </p:cNvSpPr>
            <p:nvPr/>
          </p:nvSpPr>
          <p:spPr bwMode="auto">
            <a:xfrm>
              <a:off x="-1094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i=7</a:t>
              </a:r>
            </a:p>
          </p:txBody>
        </p:sp>
        <p:sp>
          <p:nvSpPr>
            <p:cNvPr id="23605" name="Line 410"/>
            <p:cNvSpPr>
              <a:spLocks noChangeShapeType="1"/>
            </p:cNvSpPr>
            <p:nvPr/>
          </p:nvSpPr>
          <p:spPr bwMode="auto">
            <a:xfrm>
              <a:off x="-636" y="408"/>
              <a:ext cx="0" cy="29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6" name="Text Box 411"/>
            <p:cNvSpPr txBox="1">
              <a:spLocks noChangeArrowheads="1"/>
            </p:cNvSpPr>
            <p:nvPr/>
          </p:nvSpPr>
          <p:spPr bwMode="auto">
            <a:xfrm>
              <a:off x="-806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chemeClr val="bg1"/>
                  </a:solidFill>
                  <a:latin typeface="Times New Roman" pitchFamily="18" charset="0"/>
                </a:rPr>
                <a:t>i=8</a:t>
              </a:r>
            </a:p>
          </p:txBody>
        </p:sp>
        <p:sp>
          <p:nvSpPr>
            <p:cNvPr id="23607" name="Line 412"/>
            <p:cNvSpPr>
              <a:spLocks noChangeShapeType="1"/>
            </p:cNvSpPr>
            <p:nvPr/>
          </p:nvSpPr>
          <p:spPr bwMode="auto">
            <a:xfrm>
              <a:off x="-348" y="408"/>
              <a:ext cx="0" cy="2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23608" name="Text Box 413"/>
            <p:cNvSpPr txBox="1">
              <a:spLocks noChangeArrowheads="1"/>
            </p:cNvSpPr>
            <p:nvPr/>
          </p:nvSpPr>
          <p:spPr bwMode="auto">
            <a:xfrm>
              <a:off x="-518" y="156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" sz="2400" b="1" dirty="0">
                  <a:solidFill>
                    <a:srgbClr val="0000FF"/>
                  </a:solidFill>
                  <a:latin typeface="Times New Roman" pitchFamily="18" charset="0"/>
                </a:rPr>
                <a:t>i=9</a:t>
              </a:r>
            </a:p>
          </p:txBody>
        </p:sp>
      </p:grpSp>
      <p:sp>
        <p:nvSpPr>
          <p:cNvPr id="415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207240-E066-4193-ADE7-BF8499C1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486040"/>
            <a:ext cx="4540332" cy="25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507" y="1340768"/>
            <a:ext cx="7505694" cy="386372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Escriba la función </a:t>
            </a:r>
            <a:r>
              <a:rPr lang="es-MX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imprime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que recibe una lista y despliega en pantalla el contenido de la lista.</a:t>
            </a:r>
            <a:endParaRPr lang="es-ES_tradnl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s-ES_tradnl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imprime(A):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(A)):</a:t>
            </a:r>
          </a:p>
          <a:p>
            <a:pPr lvl="2">
              <a:buNone/>
              <a:tabLst>
                <a:tab pos="1168400" algn="l"/>
              </a:tabLst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es-ES_tradnl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"lista[%i] = %i "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% (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A[i]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</a:p>
          <a:p>
            <a:pPr lvl="2">
              <a:buFontTx/>
              <a:buNone/>
              <a:tabLst>
                <a:tab pos="1168400" algn="l"/>
              </a:tabLst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</a:p>
        </p:txBody>
      </p:sp>
      <p:sp>
        <p:nvSpPr>
          <p:cNvPr id="22534" name="Line 51"/>
          <p:cNvSpPr>
            <a:spLocks noChangeShapeType="1"/>
          </p:cNvSpPr>
          <p:nvPr/>
        </p:nvSpPr>
        <p:spPr bwMode="auto">
          <a:xfrm>
            <a:off x="-4511675" y="2305050"/>
            <a:ext cx="0" cy="471488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414" name="Rectangle 2"/>
          <p:cNvSpPr>
            <a:spLocks noChangeArrowheads="1"/>
          </p:cNvSpPr>
          <p:nvPr/>
        </p:nvSpPr>
        <p:spPr bwMode="auto">
          <a:xfrm>
            <a:off x="1687115" y="275778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4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35" y="4583270"/>
            <a:ext cx="1874969" cy="124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81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539551" y="1471926"/>
            <a:ext cx="443711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crea_lista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(tam)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</a:t>
            </a:r>
            <a:r>
              <a:rPr lang="en-US" sz="2000" dirty="0" err="1"/>
              <a:t>lista</a:t>
            </a:r>
            <a:r>
              <a:rPr lang="en-US" sz="2000" dirty="0"/>
              <a:t> = [ ]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range(0,tam):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</a:t>
            </a:r>
            <a:r>
              <a:rPr lang="en-US" sz="2000" dirty="0" err="1"/>
              <a:t>lista.insert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</a:t>
            </a:r>
            <a:r>
              <a:rPr lang="en-US" sz="2000" dirty="0" err="1"/>
              <a:t>i</a:t>
            </a:r>
            <a:r>
              <a:rPr lang="en-US" sz="20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return </a:t>
            </a:r>
            <a:r>
              <a:rPr lang="en-US" sz="2000" dirty="0" err="1"/>
              <a:t>lista</a:t>
            </a:r>
            <a:endParaRPr lang="en-US" sz="20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suma_dos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A[</a:t>
            </a:r>
            <a:r>
              <a:rPr lang="en-US" sz="2000" dirty="0" err="1"/>
              <a:t>i</a:t>
            </a:r>
            <a:r>
              <a:rPr lang="en-US" sz="2000" dirty="0"/>
              <a:t>] = A[</a:t>
            </a:r>
            <a:r>
              <a:rPr lang="en-US" sz="2000" dirty="0" err="1"/>
              <a:t>i</a:t>
            </a:r>
            <a:r>
              <a:rPr lang="en-US" sz="2000" dirty="0"/>
              <a:t>] + 2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n-US" sz="2000" b="1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def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imprime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(A)</a:t>
            </a:r>
            <a:r>
              <a:rPr lang="en-US" sz="20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b="1" dirty="0"/>
              <a:t>    </a:t>
            </a:r>
            <a:r>
              <a:rPr lang="en-US" sz="2000" dirty="0"/>
              <a:t>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(A)):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        print("</a:t>
            </a:r>
            <a:r>
              <a:rPr lang="en-US" sz="2000" dirty="0" err="1"/>
              <a:t>lista</a:t>
            </a:r>
            <a:r>
              <a:rPr lang="en-US" sz="2000" dirty="0"/>
              <a:t>[", i, "] = ", A[i])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es-ES_tradnl" sz="20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689397" y="166599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B07724-51DC-4795-8B32-D464FBCD0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471926"/>
            <a:ext cx="469561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def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t =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(input("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Introduce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tamaño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")) 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A =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crea_lista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suma_dos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print("\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nSUMA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DOS")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imprime(A)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pt-BR" sz="2000" b="1" dirty="0" err="1">
                <a:solidFill>
                  <a:schemeClr val="accent6">
                    <a:lumMod val="75000"/>
                  </a:schemeClr>
                </a:solidFill>
              </a:rPr>
              <a:t>main</a:t>
            </a:r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endParaRPr lang="es-ES_tradnl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270" y="4558753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1817" y="573401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116632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048150"/>
              </p:ext>
            </p:extLst>
          </p:nvPr>
        </p:nvGraphicFramePr>
        <p:xfrm>
          <a:off x="539552" y="1268760"/>
          <a:ext cx="7830615" cy="4351138"/>
        </p:xfrm>
        <a:graphic>
          <a:graphicData uri="http://schemas.openxmlformats.org/drawingml/2006/table">
            <a:tbl>
              <a:tblPr/>
              <a:tblGrid>
                <a:gridCol w="2675834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28622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704060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022099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15734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 / SENTENCIAS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número de elementos en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lista=[8,5,2]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longitud sería igual a 3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2370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Agrega el valor indicado en el parámetro al final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lista.append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30016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Inserta el valor indicado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(posición, 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lista.insert</a:t>
                      </a:r>
                      <a:r>
                        <a:rPr lang="es-MX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(1, 4)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nueva lista sería: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5, 2, 10]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788462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indicado de la lista en la posición indicada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lista[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 lista[1]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borraría el 4.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5, 2, 10]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3138"/>
                  </a:ext>
                </a:extLst>
              </a:tr>
              <a:tr h="527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 el elemento que tenga el valor que se recibe como parámetro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(valor)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lista.remove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Borraría el valor 10 de la lista [8, 5,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945677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Obtiene el valor que se encuentra en la posición indicada por el índice y lo borra de la lista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.pop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lista.pop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 obtendría el valor de 5 y lo borraría de la lista.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[8, 2]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41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83568" y="219535"/>
            <a:ext cx="7920879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 de listas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5F432C5-F594-40E3-B720-F66952521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49969"/>
              </p:ext>
            </p:extLst>
          </p:nvPr>
        </p:nvGraphicFramePr>
        <p:xfrm>
          <a:off x="323527" y="1540627"/>
          <a:ext cx="8496945" cy="4179110"/>
        </p:xfrm>
        <a:graphic>
          <a:graphicData uri="http://schemas.openxmlformats.org/drawingml/2006/table">
            <a:tbl>
              <a:tblPr/>
              <a:tblGrid>
                <a:gridCol w="3092780">
                  <a:extLst>
                    <a:ext uri="{9D8B030D-6E8A-4147-A177-3AD203B41FA5}">
                      <a16:colId xmlns:a16="http://schemas.microsoft.com/office/drawing/2014/main" val="100547420"/>
                    </a:ext>
                  </a:extLst>
                </a:gridCol>
                <a:gridCol w="1405809">
                  <a:extLst>
                    <a:ext uri="{9D8B030D-6E8A-4147-A177-3AD203B41FA5}">
                      <a16:colId xmlns:a16="http://schemas.microsoft.com/office/drawing/2014/main" val="3735878996"/>
                    </a:ext>
                  </a:extLst>
                </a:gridCol>
                <a:gridCol w="1897842">
                  <a:extLst>
                    <a:ext uri="{9D8B030D-6E8A-4147-A177-3AD203B41FA5}">
                      <a16:colId xmlns:a16="http://schemas.microsoft.com/office/drawing/2014/main" val="2885864773"/>
                    </a:ext>
                  </a:extLst>
                </a:gridCol>
                <a:gridCol w="2100514">
                  <a:extLst>
                    <a:ext uri="{9D8B030D-6E8A-4147-A177-3AD203B41FA5}">
                      <a16:colId xmlns:a16="http://schemas.microsoft.com/office/drawing/2014/main" val="2099015102"/>
                    </a:ext>
                  </a:extLst>
                </a:gridCol>
              </a:tblGrid>
              <a:tr h="2859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Descripción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FUNCIONES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MÉTODOS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MX" sz="16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026374"/>
                  </a:ext>
                </a:extLst>
              </a:tr>
              <a:tr h="6663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con la función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palabra = "Python"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(palabra)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['P', 'y', 't', 'h', 'o', 'n']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825633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Convierte una cadena en una lista usando el método 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.split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"x, y, z"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 = 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string.split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(',')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Imprimirá: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[‘x', 'y', ‘z']</a:t>
                      </a: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76497"/>
                  </a:ext>
                </a:extLst>
              </a:tr>
              <a:tr h="92770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Regresa la lista ordenada, sin modificar la lista original.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(lista)</a:t>
                      </a:r>
                      <a:endParaRPr lang="es-MX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lista2=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</a:t>
                      </a: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(lista2)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11899"/>
                  </a:ext>
                </a:extLst>
              </a:tr>
              <a:tr h="46277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Ordena los elementos de la lista de mayor a menor. Si se indica el parámetro reverse en True se ordena de mayor a menor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s-MX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.sort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reverse=True</a:t>
                      </a: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t"/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lista1=['</a:t>
                      </a: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j','a','g','b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']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lista1.sort()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(lista1)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Imprimirá ['a', 'b', 'g', 'j']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650" marR="41650" marT="27767" marB="2776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31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59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4741</TotalTime>
  <Words>3257</Words>
  <Application>Microsoft Office PowerPoint</Application>
  <PresentationFormat>Presentación en pantalla (4:3)</PresentationFormat>
  <Paragraphs>1054</Paragraphs>
  <Slides>39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Dom Casual</vt:lpstr>
      <vt:lpstr>Times New Roman</vt:lpstr>
      <vt:lpstr>Wingdings</vt:lpstr>
      <vt:lpstr>Tema de Office</vt:lpstr>
      <vt:lpstr>TC1037  Pensamiento algorítmico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Listas</vt:lpstr>
      <vt:lpstr>¿Cómo crear una lista?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102</cp:revision>
  <dcterms:created xsi:type="dcterms:W3CDTF">2013-07-08T17:54:54Z</dcterms:created>
  <dcterms:modified xsi:type="dcterms:W3CDTF">2026-08-19T18:15:27Z</dcterms:modified>
</cp:coreProperties>
</file>