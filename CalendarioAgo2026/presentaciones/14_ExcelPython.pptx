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89" r:id="rId2"/>
    <p:sldId id="257" r:id="rId3"/>
    <p:sldId id="354" r:id="rId4"/>
    <p:sldId id="355" r:id="rId5"/>
    <p:sldId id="356" r:id="rId6"/>
    <p:sldId id="357" r:id="rId7"/>
    <p:sldId id="358" r:id="rId8"/>
    <p:sldId id="345" r:id="rId9"/>
    <p:sldId id="359" r:id="rId10"/>
    <p:sldId id="360" r:id="rId11"/>
    <p:sldId id="361" r:id="rId12"/>
    <p:sldId id="346" r:id="rId13"/>
    <p:sldId id="347" r:id="rId14"/>
    <p:sldId id="348" r:id="rId15"/>
    <p:sldId id="341" r:id="rId16"/>
    <p:sldId id="277" r:id="rId17"/>
    <p:sldId id="264" r:id="rId18"/>
    <p:sldId id="278" r:id="rId19"/>
    <p:sldId id="266" r:id="rId20"/>
    <p:sldId id="349" r:id="rId21"/>
    <p:sldId id="350" r:id="rId22"/>
    <p:sldId id="351" r:id="rId23"/>
    <p:sldId id="271" r:id="rId24"/>
    <p:sldId id="353" r:id="rId25"/>
    <p:sldId id="344" r:id="rId26"/>
    <p:sldId id="275" r:id="rId27"/>
    <p:sldId id="282" r:id="rId28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1F33C8-68B6-42B1-AFBA-0796F419AC96}" v="15" dt="2026-08-12T17:26:32.5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98" autoAdjust="0"/>
    <p:restoredTop sz="93239" autoAdjust="0"/>
  </p:normalViewPr>
  <p:slideViewPr>
    <p:cSldViewPr>
      <p:cViewPr>
        <p:scale>
          <a:sx n="74" d="100"/>
          <a:sy n="74" d="100"/>
        </p:scale>
        <p:origin x="2766" y="9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zethe Pérez Fuertes" userId="4ae9ef87-2a7d-42f8-8dfa-0a501a9e2ff4" providerId="ADAL" clId="{FDDD45CB-1330-4033-A842-3D2746AFF7C7}"/>
    <pc:docChg chg="undo custSel addSld delSld modSld sldOrd">
      <pc:chgData name="Lizethe Pérez Fuertes" userId="4ae9ef87-2a7d-42f8-8dfa-0a501a9e2ff4" providerId="ADAL" clId="{FDDD45CB-1330-4033-A842-3D2746AFF7C7}" dt="2026-08-12T17:26:56.658" v="1203" actId="20577"/>
      <pc:docMkLst>
        <pc:docMk/>
      </pc:docMkLst>
      <pc:sldChg chg="addSp delSp modSp mod">
        <pc:chgData name="Lizethe Pérez Fuertes" userId="4ae9ef87-2a7d-42f8-8dfa-0a501a9e2ff4" providerId="ADAL" clId="{FDDD45CB-1330-4033-A842-3D2746AFF7C7}" dt="2026-08-12T16:22:39.489" v="163" actId="1076"/>
        <pc:sldMkLst>
          <pc:docMk/>
          <pc:sldMk cId="0" sldId="257"/>
        </pc:sldMkLst>
        <pc:spChg chg="mod">
          <ac:chgData name="Lizethe Pérez Fuertes" userId="4ae9ef87-2a7d-42f8-8dfa-0a501a9e2ff4" providerId="ADAL" clId="{FDDD45CB-1330-4033-A842-3D2746AFF7C7}" dt="2026-08-11T23:18:13.286" v="153" actId="1076"/>
          <ac:spMkLst>
            <pc:docMk/>
            <pc:sldMk cId="0" sldId="257"/>
            <ac:spMk id="6" creationId="{1AF9A3DB-3D1C-9A5E-10C7-6E89AE734539}"/>
          </ac:spMkLst>
        </pc:spChg>
        <pc:spChg chg="del">
          <ac:chgData name="Lizethe Pérez Fuertes" userId="4ae9ef87-2a7d-42f8-8dfa-0a501a9e2ff4" providerId="ADAL" clId="{FDDD45CB-1330-4033-A842-3D2746AFF7C7}" dt="2026-08-11T23:17:30.652" v="146" actId="478"/>
          <ac:spMkLst>
            <pc:docMk/>
            <pc:sldMk cId="0" sldId="257"/>
            <ac:spMk id="7" creationId="{48387A90-B8D0-5633-E0CD-04FD7733D748}"/>
          </ac:spMkLst>
        </pc:spChg>
        <pc:spChg chg="mod">
          <ac:chgData name="Lizethe Pérez Fuertes" userId="4ae9ef87-2a7d-42f8-8dfa-0a501a9e2ff4" providerId="ADAL" clId="{FDDD45CB-1330-4033-A842-3D2746AFF7C7}" dt="2026-08-12T16:21:48.642" v="156" actId="120"/>
          <ac:spMkLst>
            <pc:docMk/>
            <pc:sldMk cId="0" sldId="257"/>
            <ac:spMk id="8" creationId="{10B0507B-3D52-32E9-9C30-B98FF46EA682}"/>
          </ac:spMkLst>
        </pc:spChg>
        <pc:spChg chg="del">
          <ac:chgData name="Lizethe Pérez Fuertes" userId="4ae9ef87-2a7d-42f8-8dfa-0a501a9e2ff4" providerId="ADAL" clId="{FDDD45CB-1330-4033-A842-3D2746AFF7C7}" dt="2026-08-11T23:17:36.233" v="148" actId="478"/>
          <ac:spMkLst>
            <pc:docMk/>
            <pc:sldMk cId="0" sldId="257"/>
            <ac:spMk id="9" creationId="{63ADC096-0225-76FF-EE86-182A49E11943}"/>
          </ac:spMkLst>
        </pc:spChg>
        <pc:picChg chg="add mod">
          <ac:chgData name="Lizethe Pérez Fuertes" userId="4ae9ef87-2a7d-42f8-8dfa-0a501a9e2ff4" providerId="ADAL" clId="{FDDD45CB-1330-4033-A842-3D2746AFF7C7}" dt="2026-08-12T16:22:39.489" v="163" actId="1076"/>
          <ac:picMkLst>
            <pc:docMk/>
            <pc:sldMk cId="0" sldId="257"/>
            <ac:picMk id="3" creationId="{8214C795-67FE-F9E4-BA01-69B63490472D}"/>
          </ac:picMkLst>
        </pc:picChg>
        <pc:picChg chg="del">
          <ac:chgData name="Lizethe Pérez Fuertes" userId="4ae9ef87-2a7d-42f8-8dfa-0a501a9e2ff4" providerId="ADAL" clId="{FDDD45CB-1330-4033-A842-3D2746AFF7C7}" dt="2026-08-11T23:16:57.306" v="128" actId="478"/>
          <ac:picMkLst>
            <pc:docMk/>
            <pc:sldMk cId="0" sldId="257"/>
            <ac:picMk id="11" creationId="{D681B0E7-EE8A-1C2D-AB74-135D56A2962A}"/>
          </ac:picMkLst>
        </pc:picChg>
        <pc:picChg chg="del">
          <ac:chgData name="Lizethe Pérez Fuertes" userId="4ae9ef87-2a7d-42f8-8dfa-0a501a9e2ff4" providerId="ADAL" clId="{FDDD45CB-1330-4033-A842-3D2746AFF7C7}" dt="2026-08-11T23:16:59.103" v="129" actId="478"/>
          <ac:picMkLst>
            <pc:docMk/>
            <pc:sldMk cId="0" sldId="257"/>
            <ac:picMk id="13" creationId="{41B7CF8F-6DA9-C35C-4735-BA5EBFC3F049}"/>
          </ac:picMkLst>
        </pc:picChg>
      </pc:sldChg>
      <pc:sldChg chg="addSp delSp modSp mod">
        <pc:chgData name="Lizethe Pérez Fuertes" userId="4ae9ef87-2a7d-42f8-8dfa-0a501a9e2ff4" providerId="ADAL" clId="{FDDD45CB-1330-4033-A842-3D2746AFF7C7}" dt="2026-08-11T23:15:06.942" v="118" actId="1076"/>
        <pc:sldMkLst>
          <pc:docMk/>
          <pc:sldMk cId="2553855534" sldId="289"/>
        </pc:sldMkLst>
        <pc:spChg chg="mod">
          <ac:chgData name="Lizethe Pérez Fuertes" userId="4ae9ef87-2a7d-42f8-8dfa-0a501a9e2ff4" providerId="ADAL" clId="{FDDD45CB-1330-4033-A842-3D2746AFF7C7}" dt="2026-08-11T23:10:55.068" v="105" actId="1076"/>
          <ac:spMkLst>
            <pc:docMk/>
            <pc:sldMk cId="2553855534" sldId="289"/>
            <ac:spMk id="7" creationId="{41A585A2-4B80-479F-964A-0052A3859706}"/>
          </ac:spMkLst>
        </pc:spChg>
        <pc:picChg chg="del">
          <ac:chgData name="Lizethe Pérez Fuertes" userId="4ae9ef87-2a7d-42f8-8dfa-0a501a9e2ff4" providerId="ADAL" clId="{FDDD45CB-1330-4033-A842-3D2746AFF7C7}" dt="2026-08-11T23:13:25.970" v="106" actId="478"/>
          <ac:picMkLst>
            <pc:docMk/>
            <pc:sldMk cId="2553855534" sldId="289"/>
            <ac:picMk id="4" creationId="{22913B99-1562-5758-3EF2-43FC6F0AD7E1}"/>
          </ac:picMkLst>
        </pc:picChg>
        <pc:picChg chg="add del mod">
          <ac:chgData name="Lizethe Pérez Fuertes" userId="4ae9ef87-2a7d-42f8-8dfa-0a501a9e2ff4" providerId="ADAL" clId="{FDDD45CB-1330-4033-A842-3D2746AFF7C7}" dt="2026-08-11T23:15:05.239" v="117" actId="478"/>
          <ac:picMkLst>
            <pc:docMk/>
            <pc:sldMk cId="2553855534" sldId="289"/>
            <ac:picMk id="5" creationId="{76CEB2EB-668B-4B0A-D9E8-54EF7764A2B2}"/>
          </ac:picMkLst>
        </pc:picChg>
        <pc:picChg chg="add mod">
          <ac:chgData name="Lizethe Pérez Fuertes" userId="4ae9ef87-2a7d-42f8-8dfa-0a501a9e2ff4" providerId="ADAL" clId="{FDDD45CB-1330-4033-A842-3D2746AFF7C7}" dt="2026-08-11T23:15:06.942" v="118" actId="1076"/>
          <ac:picMkLst>
            <pc:docMk/>
            <pc:sldMk cId="2553855534" sldId="289"/>
            <ac:picMk id="8" creationId="{DE17FE7B-5FE1-5257-C101-148E65F97D9C}"/>
          </ac:picMkLst>
        </pc:picChg>
      </pc:sldChg>
      <pc:sldChg chg="modSp mod">
        <pc:chgData name="Lizethe Pérez Fuertes" userId="4ae9ef87-2a7d-42f8-8dfa-0a501a9e2ff4" providerId="ADAL" clId="{FDDD45CB-1330-4033-A842-3D2746AFF7C7}" dt="2026-08-12T17:13:54.563" v="998" actId="948"/>
        <pc:sldMkLst>
          <pc:docMk/>
          <pc:sldMk cId="222734393" sldId="345"/>
        </pc:sldMkLst>
        <pc:spChg chg="mod">
          <ac:chgData name="Lizethe Pérez Fuertes" userId="4ae9ef87-2a7d-42f8-8dfa-0a501a9e2ff4" providerId="ADAL" clId="{FDDD45CB-1330-4033-A842-3D2746AFF7C7}" dt="2026-08-12T17:13:54.563" v="998" actId="948"/>
          <ac:spMkLst>
            <pc:docMk/>
            <pc:sldMk cId="222734393" sldId="345"/>
            <ac:spMk id="3" creationId="{87A43A13-D5E9-CB4C-833D-953CAC858ED9}"/>
          </ac:spMkLst>
        </pc:spChg>
        <pc:spChg chg="mod">
          <ac:chgData name="Lizethe Pérez Fuertes" userId="4ae9ef87-2a7d-42f8-8dfa-0a501a9e2ff4" providerId="ADAL" clId="{FDDD45CB-1330-4033-A842-3D2746AFF7C7}" dt="2026-08-12T17:11:05.002" v="745" actId="6549"/>
          <ac:spMkLst>
            <pc:docMk/>
            <pc:sldMk cId="222734393" sldId="345"/>
            <ac:spMk id="6" creationId="{467FC619-6EA8-6075-9206-BA15434B7E9B}"/>
          </ac:spMkLst>
        </pc:spChg>
      </pc:sldChg>
      <pc:sldChg chg="delSp modSp mod">
        <pc:chgData name="Lizethe Pérez Fuertes" userId="4ae9ef87-2a7d-42f8-8dfa-0a501a9e2ff4" providerId="ADAL" clId="{FDDD45CB-1330-4033-A842-3D2746AFF7C7}" dt="2026-08-12T17:26:56.658" v="1203" actId="20577"/>
        <pc:sldMkLst>
          <pc:docMk/>
          <pc:sldMk cId="1055148994" sldId="346"/>
        </pc:sldMkLst>
        <pc:spChg chg="mod">
          <ac:chgData name="Lizethe Pérez Fuertes" userId="4ae9ef87-2a7d-42f8-8dfa-0a501a9e2ff4" providerId="ADAL" clId="{FDDD45CB-1330-4033-A842-3D2746AFF7C7}" dt="2026-08-12T17:26:56.658" v="1203" actId="20577"/>
          <ac:spMkLst>
            <pc:docMk/>
            <pc:sldMk cId="1055148994" sldId="346"/>
            <ac:spMk id="2" creationId="{90092276-622F-ABDF-170E-05BB2F164FE8}"/>
          </ac:spMkLst>
        </pc:spChg>
        <pc:spChg chg="mod">
          <ac:chgData name="Lizethe Pérez Fuertes" userId="4ae9ef87-2a7d-42f8-8dfa-0a501a9e2ff4" providerId="ADAL" clId="{FDDD45CB-1330-4033-A842-3D2746AFF7C7}" dt="2026-08-12T17:22:40.062" v="1110" actId="20577"/>
          <ac:spMkLst>
            <pc:docMk/>
            <pc:sldMk cId="1055148994" sldId="346"/>
            <ac:spMk id="6" creationId="{48979827-D96F-99B3-063B-6AC061129C42}"/>
          </ac:spMkLst>
        </pc:spChg>
        <pc:picChg chg="del">
          <ac:chgData name="Lizethe Pérez Fuertes" userId="4ae9ef87-2a7d-42f8-8dfa-0a501a9e2ff4" providerId="ADAL" clId="{FDDD45CB-1330-4033-A842-3D2746AFF7C7}" dt="2026-08-12T17:24:13.696" v="1148" actId="478"/>
          <ac:picMkLst>
            <pc:docMk/>
            <pc:sldMk cId="1055148994" sldId="346"/>
            <ac:picMk id="7" creationId="{39C76152-0C22-0B8B-9454-6369D834881C}"/>
          </ac:picMkLst>
        </pc:picChg>
      </pc:sldChg>
      <pc:sldChg chg="addSp delSp modSp add mod">
        <pc:chgData name="Lizethe Pérez Fuertes" userId="4ae9ef87-2a7d-42f8-8dfa-0a501a9e2ff4" providerId="ADAL" clId="{FDDD45CB-1330-4033-A842-3D2746AFF7C7}" dt="2026-08-12T16:26:08.206" v="227" actId="14100"/>
        <pc:sldMkLst>
          <pc:docMk/>
          <pc:sldMk cId="1630329160" sldId="354"/>
        </pc:sldMkLst>
        <pc:spChg chg="mod">
          <ac:chgData name="Lizethe Pérez Fuertes" userId="4ae9ef87-2a7d-42f8-8dfa-0a501a9e2ff4" providerId="ADAL" clId="{FDDD45CB-1330-4033-A842-3D2746AFF7C7}" dt="2026-08-12T16:23:08.139" v="183" actId="20577"/>
          <ac:spMkLst>
            <pc:docMk/>
            <pc:sldMk cId="1630329160" sldId="354"/>
            <ac:spMk id="6" creationId="{9C6C2889-8B55-1F17-4081-E1AD4C7AC423}"/>
          </ac:spMkLst>
        </pc:spChg>
        <pc:spChg chg="mod">
          <ac:chgData name="Lizethe Pérez Fuertes" userId="4ae9ef87-2a7d-42f8-8dfa-0a501a9e2ff4" providerId="ADAL" clId="{FDDD45CB-1330-4033-A842-3D2746AFF7C7}" dt="2026-08-12T16:25:57.913" v="223" actId="948"/>
          <ac:spMkLst>
            <pc:docMk/>
            <pc:sldMk cId="1630329160" sldId="354"/>
            <ac:spMk id="8" creationId="{1E87AA98-3A93-84A8-25C1-7FB00C1CEF10}"/>
          </ac:spMkLst>
        </pc:spChg>
        <pc:picChg chg="del">
          <ac:chgData name="Lizethe Pérez Fuertes" userId="4ae9ef87-2a7d-42f8-8dfa-0a501a9e2ff4" providerId="ADAL" clId="{FDDD45CB-1330-4033-A842-3D2746AFF7C7}" dt="2026-08-12T16:25:05.978" v="217" actId="478"/>
          <ac:picMkLst>
            <pc:docMk/>
            <pc:sldMk cId="1630329160" sldId="354"/>
            <ac:picMk id="3" creationId="{50A0F23D-485D-B577-55C3-12A8090181D6}"/>
          </ac:picMkLst>
        </pc:picChg>
        <pc:picChg chg="add mod">
          <ac:chgData name="Lizethe Pérez Fuertes" userId="4ae9ef87-2a7d-42f8-8dfa-0a501a9e2ff4" providerId="ADAL" clId="{FDDD45CB-1330-4033-A842-3D2746AFF7C7}" dt="2026-08-12T16:26:08.206" v="227" actId="14100"/>
          <ac:picMkLst>
            <pc:docMk/>
            <pc:sldMk cId="1630329160" sldId="354"/>
            <ac:picMk id="4" creationId="{B2B1EBA4-408E-7F50-CE3B-5F4FF576C24A}"/>
          </ac:picMkLst>
        </pc:picChg>
      </pc:sldChg>
      <pc:sldChg chg="addSp delSp modSp add mod">
        <pc:chgData name="Lizethe Pérez Fuertes" userId="4ae9ef87-2a7d-42f8-8dfa-0a501a9e2ff4" providerId="ADAL" clId="{FDDD45CB-1330-4033-A842-3D2746AFF7C7}" dt="2026-08-12T16:30:21.006" v="466" actId="22"/>
        <pc:sldMkLst>
          <pc:docMk/>
          <pc:sldMk cId="1306365043" sldId="355"/>
        </pc:sldMkLst>
        <pc:spChg chg="mod">
          <ac:chgData name="Lizethe Pérez Fuertes" userId="4ae9ef87-2a7d-42f8-8dfa-0a501a9e2ff4" providerId="ADAL" clId="{FDDD45CB-1330-4033-A842-3D2746AFF7C7}" dt="2026-08-12T16:27:30.175" v="273" actId="20577"/>
          <ac:spMkLst>
            <pc:docMk/>
            <pc:sldMk cId="1306365043" sldId="355"/>
            <ac:spMk id="6" creationId="{5C3BB304-B274-5EB7-8A0E-5A856EA2E307}"/>
          </ac:spMkLst>
        </pc:spChg>
        <pc:spChg chg="mod">
          <ac:chgData name="Lizethe Pérez Fuertes" userId="4ae9ef87-2a7d-42f8-8dfa-0a501a9e2ff4" providerId="ADAL" clId="{FDDD45CB-1330-4033-A842-3D2746AFF7C7}" dt="2026-08-12T16:29:43.355" v="462" actId="1076"/>
          <ac:spMkLst>
            <pc:docMk/>
            <pc:sldMk cId="1306365043" sldId="355"/>
            <ac:spMk id="8" creationId="{DC0A60F3-A060-152F-914C-F244B4E6B79B}"/>
          </ac:spMkLst>
        </pc:spChg>
        <pc:picChg chg="add mod">
          <ac:chgData name="Lizethe Pérez Fuertes" userId="4ae9ef87-2a7d-42f8-8dfa-0a501a9e2ff4" providerId="ADAL" clId="{FDDD45CB-1330-4033-A842-3D2746AFF7C7}" dt="2026-08-12T16:29:53.228" v="464" actId="1076"/>
          <ac:picMkLst>
            <pc:docMk/>
            <pc:sldMk cId="1306365043" sldId="355"/>
            <ac:picMk id="3" creationId="{657EDF45-9B33-B323-ED00-BD6AA461C545}"/>
          </ac:picMkLst>
        </pc:picChg>
        <pc:picChg chg="del">
          <ac:chgData name="Lizethe Pérez Fuertes" userId="4ae9ef87-2a7d-42f8-8dfa-0a501a9e2ff4" providerId="ADAL" clId="{FDDD45CB-1330-4033-A842-3D2746AFF7C7}" dt="2026-08-12T16:29:17.747" v="456" actId="478"/>
          <ac:picMkLst>
            <pc:docMk/>
            <pc:sldMk cId="1306365043" sldId="355"/>
            <ac:picMk id="4" creationId="{D5A9E408-8942-1AC6-4E91-257197B2AFCF}"/>
          </ac:picMkLst>
        </pc:picChg>
        <pc:picChg chg="add del">
          <ac:chgData name="Lizethe Pérez Fuertes" userId="4ae9ef87-2a7d-42f8-8dfa-0a501a9e2ff4" providerId="ADAL" clId="{FDDD45CB-1330-4033-A842-3D2746AFF7C7}" dt="2026-08-12T16:30:21.006" v="466" actId="22"/>
          <ac:picMkLst>
            <pc:docMk/>
            <pc:sldMk cId="1306365043" sldId="355"/>
            <ac:picMk id="9" creationId="{10F7BA36-7FFA-A93F-C972-C43B202110FB}"/>
          </ac:picMkLst>
        </pc:picChg>
      </pc:sldChg>
      <pc:sldChg chg="addSp delSp modSp add mod ord">
        <pc:chgData name="Lizethe Pérez Fuertes" userId="4ae9ef87-2a7d-42f8-8dfa-0a501a9e2ff4" providerId="ADAL" clId="{FDDD45CB-1330-4033-A842-3D2746AFF7C7}" dt="2026-08-12T17:10:06.349" v="712"/>
        <pc:sldMkLst>
          <pc:docMk/>
          <pc:sldMk cId="2561361310" sldId="356"/>
        </pc:sldMkLst>
        <pc:spChg chg="add del mod">
          <ac:chgData name="Lizethe Pérez Fuertes" userId="4ae9ef87-2a7d-42f8-8dfa-0a501a9e2ff4" providerId="ADAL" clId="{FDDD45CB-1330-4033-A842-3D2746AFF7C7}" dt="2026-08-12T16:30:40.511" v="469" actId="478"/>
          <ac:spMkLst>
            <pc:docMk/>
            <pc:sldMk cId="2561361310" sldId="356"/>
            <ac:spMk id="4" creationId="{1D632555-FE7E-145A-4BA9-714929C06690}"/>
          </ac:spMkLst>
        </pc:spChg>
        <pc:spChg chg="del">
          <ac:chgData name="Lizethe Pérez Fuertes" userId="4ae9ef87-2a7d-42f8-8dfa-0a501a9e2ff4" providerId="ADAL" clId="{FDDD45CB-1330-4033-A842-3D2746AFF7C7}" dt="2026-08-12T16:30:37.945" v="468" actId="478"/>
          <ac:spMkLst>
            <pc:docMk/>
            <pc:sldMk cId="2561361310" sldId="356"/>
            <ac:spMk id="6" creationId="{5F1B4842-396D-B9A4-91FD-F3D60770612D}"/>
          </ac:spMkLst>
        </pc:spChg>
        <pc:spChg chg="del">
          <ac:chgData name="Lizethe Pérez Fuertes" userId="4ae9ef87-2a7d-42f8-8dfa-0a501a9e2ff4" providerId="ADAL" clId="{FDDD45CB-1330-4033-A842-3D2746AFF7C7}" dt="2026-08-12T16:30:37.945" v="468" actId="478"/>
          <ac:spMkLst>
            <pc:docMk/>
            <pc:sldMk cId="2561361310" sldId="356"/>
            <ac:spMk id="8" creationId="{0C940EA8-A0EF-65C2-B0C4-9633305A81CF}"/>
          </ac:spMkLst>
        </pc:spChg>
        <pc:picChg chg="del">
          <ac:chgData name="Lizethe Pérez Fuertes" userId="4ae9ef87-2a7d-42f8-8dfa-0a501a9e2ff4" providerId="ADAL" clId="{FDDD45CB-1330-4033-A842-3D2746AFF7C7}" dt="2026-08-12T16:30:42.474" v="470" actId="478"/>
          <ac:picMkLst>
            <pc:docMk/>
            <pc:sldMk cId="2561361310" sldId="356"/>
            <ac:picMk id="3" creationId="{CF52EE28-F609-DB10-487F-1129DCC484E9}"/>
          </ac:picMkLst>
        </pc:picChg>
        <pc:picChg chg="add mod">
          <ac:chgData name="Lizethe Pérez Fuertes" userId="4ae9ef87-2a7d-42f8-8dfa-0a501a9e2ff4" providerId="ADAL" clId="{FDDD45CB-1330-4033-A842-3D2746AFF7C7}" dt="2026-08-12T16:30:54.360" v="475" actId="1076"/>
          <ac:picMkLst>
            <pc:docMk/>
            <pc:sldMk cId="2561361310" sldId="356"/>
            <ac:picMk id="9" creationId="{A47AEF69-A8DA-8E41-3269-E486B1865F28}"/>
          </ac:picMkLst>
        </pc:picChg>
        <pc:picChg chg="add mod">
          <ac:chgData name="Lizethe Pérez Fuertes" userId="4ae9ef87-2a7d-42f8-8dfa-0a501a9e2ff4" providerId="ADAL" clId="{FDDD45CB-1330-4033-A842-3D2746AFF7C7}" dt="2026-08-12T16:32:03.556" v="486" actId="1076"/>
          <ac:picMkLst>
            <pc:docMk/>
            <pc:sldMk cId="2561361310" sldId="356"/>
            <ac:picMk id="11" creationId="{3EBE24B3-999B-5DA3-0C4A-DFB3A1164993}"/>
          </ac:picMkLst>
        </pc:picChg>
        <pc:picChg chg="add del">
          <ac:chgData name="Lizethe Pérez Fuertes" userId="4ae9ef87-2a7d-42f8-8dfa-0a501a9e2ff4" providerId="ADAL" clId="{FDDD45CB-1330-4033-A842-3D2746AFF7C7}" dt="2026-08-12T16:32:33.512" v="488" actId="22"/>
          <ac:picMkLst>
            <pc:docMk/>
            <pc:sldMk cId="2561361310" sldId="356"/>
            <ac:picMk id="13" creationId="{6176AD65-CA58-2A52-8515-1C5334BBE59C}"/>
          </ac:picMkLst>
        </pc:picChg>
      </pc:sldChg>
      <pc:sldChg chg="delSp modSp add mod">
        <pc:chgData name="Lizethe Pérez Fuertes" userId="4ae9ef87-2a7d-42f8-8dfa-0a501a9e2ff4" providerId="ADAL" clId="{FDDD45CB-1330-4033-A842-3D2746AFF7C7}" dt="2026-08-12T16:36:29.881" v="698" actId="120"/>
        <pc:sldMkLst>
          <pc:docMk/>
          <pc:sldMk cId="3994487612" sldId="357"/>
        </pc:sldMkLst>
        <pc:spChg chg="mod">
          <ac:chgData name="Lizethe Pérez Fuertes" userId="4ae9ef87-2a7d-42f8-8dfa-0a501a9e2ff4" providerId="ADAL" clId="{FDDD45CB-1330-4033-A842-3D2746AFF7C7}" dt="2026-08-12T16:35:58.159" v="692" actId="1076"/>
          <ac:spMkLst>
            <pc:docMk/>
            <pc:sldMk cId="3994487612" sldId="357"/>
            <ac:spMk id="6" creationId="{BEF01FDC-E38D-23E6-880E-C7267D6092D4}"/>
          </ac:spMkLst>
        </pc:spChg>
        <pc:spChg chg="mod">
          <ac:chgData name="Lizethe Pérez Fuertes" userId="4ae9ef87-2a7d-42f8-8dfa-0a501a9e2ff4" providerId="ADAL" clId="{FDDD45CB-1330-4033-A842-3D2746AFF7C7}" dt="2026-08-12T16:36:29.881" v="698" actId="120"/>
          <ac:spMkLst>
            <pc:docMk/>
            <pc:sldMk cId="3994487612" sldId="357"/>
            <ac:spMk id="8" creationId="{376096C4-13A8-8E79-C726-65D2FDE1A7B5}"/>
          </ac:spMkLst>
        </pc:spChg>
        <pc:picChg chg="del">
          <ac:chgData name="Lizethe Pérez Fuertes" userId="4ae9ef87-2a7d-42f8-8dfa-0a501a9e2ff4" providerId="ADAL" clId="{FDDD45CB-1330-4033-A842-3D2746AFF7C7}" dt="2026-08-12T16:34:11.527" v="678" actId="478"/>
          <ac:picMkLst>
            <pc:docMk/>
            <pc:sldMk cId="3994487612" sldId="357"/>
            <ac:picMk id="3" creationId="{8512CCD6-FE59-B94F-BAA6-436DE4643B81}"/>
          </ac:picMkLst>
        </pc:picChg>
      </pc:sldChg>
      <pc:sldChg chg="add del">
        <pc:chgData name="Lizethe Pérez Fuertes" userId="4ae9ef87-2a7d-42f8-8dfa-0a501a9e2ff4" providerId="ADAL" clId="{FDDD45CB-1330-4033-A842-3D2746AFF7C7}" dt="2026-08-12T17:07:29.692" v="700" actId="47"/>
        <pc:sldMkLst>
          <pc:docMk/>
          <pc:sldMk cId="1915386711" sldId="358"/>
        </pc:sldMkLst>
      </pc:sldChg>
      <pc:sldChg chg="addSp delSp modSp add mod ord">
        <pc:chgData name="Lizethe Pérez Fuertes" userId="4ae9ef87-2a7d-42f8-8dfa-0a501a9e2ff4" providerId="ADAL" clId="{FDDD45CB-1330-4033-A842-3D2746AFF7C7}" dt="2026-08-12T17:10:08.454" v="714"/>
        <pc:sldMkLst>
          <pc:docMk/>
          <pc:sldMk cId="2628190386" sldId="358"/>
        </pc:sldMkLst>
        <pc:picChg chg="add mod">
          <ac:chgData name="Lizethe Pérez Fuertes" userId="4ae9ef87-2a7d-42f8-8dfa-0a501a9e2ff4" providerId="ADAL" clId="{FDDD45CB-1330-4033-A842-3D2746AFF7C7}" dt="2026-08-12T17:08:43.903" v="709" actId="14100"/>
          <ac:picMkLst>
            <pc:docMk/>
            <pc:sldMk cId="2628190386" sldId="358"/>
            <ac:picMk id="3" creationId="{CC8DDCF5-067F-A6F9-EBA2-3194F8F3C720}"/>
          </ac:picMkLst>
        </pc:picChg>
        <pc:picChg chg="add mod">
          <ac:chgData name="Lizethe Pérez Fuertes" userId="4ae9ef87-2a7d-42f8-8dfa-0a501a9e2ff4" providerId="ADAL" clId="{FDDD45CB-1330-4033-A842-3D2746AFF7C7}" dt="2026-08-12T17:08:45.839" v="710" actId="1076"/>
          <ac:picMkLst>
            <pc:docMk/>
            <pc:sldMk cId="2628190386" sldId="358"/>
            <ac:picMk id="6" creationId="{B1A03CA4-A748-5B11-1594-49C2455615F9}"/>
          </ac:picMkLst>
        </pc:picChg>
        <pc:picChg chg="del">
          <ac:chgData name="Lizethe Pérez Fuertes" userId="4ae9ef87-2a7d-42f8-8dfa-0a501a9e2ff4" providerId="ADAL" clId="{FDDD45CB-1330-4033-A842-3D2746AFF7C7}" dt="2026-08-12T17:08:05.442" v="702" actId="478"/>
          <ac:picMkLst>
            <pc:docMk/>
            <pc:sldMk cId="2628190386" sldId="358"/>
            <ac:picMk id="9" creationId="{C2941588-118D-DFB2-03F8-4EC9A5D62FEC}"/>
          </ac:picMkLst>
        </pc:picChg>
        <pc:picChg chg="del">
          <ac:chgData name="Lizethe Pérez Fuertes" userId="4ae9ef87-2a7d-42f8-8dfa-0a501a9e2ff4" providerId="ADAL" clId="{FDDD45CB-1330-4033-A842-3D2746AFF7C7}" dt="2026-08-12T17:08:35.344" v="705" actId="478"/>
          <ac:picMkLst>
            <pc:docMk/>
            <pc:sldMk cId="2628190386" sldId="358"/>
            <ac:picMk id="11" creationId="{ADE523EE-65D8-70D1-5487-961794AE4D08}"/>
          </ac:picMkLst>
        </pc:picChg>
      </pc:sldChg>
      <pc:sldChg chg="addSp delSp modSp add mod">
        <pc:chgData name="Lizethe Pérez Fuertes" userId="4ae9ef87-2a7d-42f8-8dfa-0a501a9e2ff4" providerId="ADAL" clId="{FDDD45CB-1330-4033-A842-3D2746AFF7C7}" dt="2026-08-12T17:16:27.734" v="1022" actId="22"/>
        <pc:sldMkLst>
          <pc:docMk/>
          <pc:sldMk cId="3382565071" sldId="359"/>
        </pc:sldMkLst>
        <pc:spChg chg="del">
          <ac:chgData name="Lizethe Pérez Fuertes" userId="4ae9ef87-2a7d-42f8-8dfa-0a501a9e2ff4" providerId="ADAL" clId="{FDDD45CB-1330-4033-A842-3D2746AFF7C7}" dt="2026-08-12T17:14:42.982" v="1002" actId="478"/>
          <ac:spMkLst>
            <pc:docMk/>
            <pc:sldMk cId="3382565071" sldId="359"/>
            <ac:spMk id="3" creationId="{165E8C97-DBBB-7012-7352-382CE3CB9855}"/>
          </ac:spMkLst>
        </pc:spChg>
        <pc:spChg chg="add del mod">
          <ac:chgData name="Lizethe Pérez Fuertes" userId="4ae9ef87-2a7d-42f8-8dfa-0a501a9e2ff4" providerId="ADAL" clId="{FDDD45CB-1330-4033-A842-3D2746AFF7C7}" dt="2026-08-12T17:14:39.495" v="1001" actId="478"/>
          <ac:spMkLst>
            <pc:docMk/>
            <pc:sldMk cId="3382565071" sldId="359"/>
            <ac:spMk id="4" creationId="{82878231-074D-219C-6F3E-4FEA5AB24CAA}"/>
          </ac:spMkLst>
        </pc:spChg>
        <pc:spChg chg="del">
          <ac:chgData name="Lizethe Pérez Fuertes" userId="4ae9ef87-2a7d-42f8-8dfa-0a501a9e2ff4" providerId="ADAL" clId="{FDDD45CB-1330-4033-A842-3D2746AFF7C7}" dt="2026-08-12T17:14:37.689" v="1000" actId="478"/>
          <ac:spMkLst>
            <pc:docMk/>
            <pc:sldMk cId="3382565071" sldId="359"/>
            <ac:spMk id="6" creationId="{C6577630-6BE7-7CEB-134D-E11757E86EBE}"/>
          </ac:spMkLst>
        </pc:spChg>
        <pc:picChg chg="add mod">
          <ac:chgData name="Lizethe Pérez Fuertes" userId="4ae9ef87-2a7d-42f8-8dfa-0a501a9e2ff4" providerId="ADAL" clId="{FDDD45CB-1330-4033-A842-3D2746AFF7C7}" dt="2026-08-12T17:16:02.967" v="1020" actId="1076"/>
          <ac:picMkLst>
            <pc:docMk/>
            <pc:sldMk cId="3382565071" sldId="359"/>
            <ac:picMk id="8" creationId="{13E48C86-0B44-B8BA-AA6A-2EAEEAC07FB1}"/>
          </ac:picMkLst>
        </pc:picChg>
        <pc:picChg chg="add mod ord">
          <ac:chgData name="Lizethe Pérez Fuertes" userId="4ae9ef87-2a7d-42f8-8dfa-0a501a9e2ff4" providerId="ADAL" clId="{FDDD45CB-1330-4033-A842-3D2746AFF7C7}" dt="2026-08-12T17:15:58.956" v="1018" actId="1076"/>
          <ac:picMkLst>
            <pc:docMk/>
            <pc:sldMk cId="3382565071" sldId="359"/>
            <ac:picMk id="10" creationId="{791934EC-7C4D-47AC-51DD-404BBBC72CC6}"/>
          </ac:picMkLst>
        </pc:picChg>
        <pc:picChg chg="add del">
          <ac:chgData name="Lizethe Pérez Fuertes" userId="4ae9ef87-2a7d-42f8-8dfa-0a501a9e2ff4" providerId="ADAL" clId="{FDDD45CB-1330-4033-A842-3D2746AFF7C7}" dt="2026-08-12T17:16:27.734" v="1022" actId="22"/>
          <ac:picMkLst>
            <pc:docMk/>
            <pc:sldMk cId="3382565071" sldId="359"/>
            <ac:picMk id="12" creationId="{D0E9C415-9B44-CF24-4A11-782245C243F0}"/>
          </ac:picMkLst>
        </pc:picChg>
      </pc:sldChg>
      <pc:sldChg chg="addSp delSp modSp add mod">
        <pc:chgData name="Lizethe Pérez Fuertes" userId="4ae9ef87-2a7d-42f8-8dfa-0a501a9e2ff4" providerId="ADAL" clId="{FDDD45CB-1330-4033-A842-3D2746AFF7C7}" dt="2026-08-12T17:20:27.511" v="1068" actId="22"/>
        <pc:sldMkLst>
          <pc:docMk/>
          <pc:sldMk cId="1910390490" sldId="360"/>
        </pc:sldMkLst>
        <pc:spChg chg="mod">
          <ac:chgData name="Lizethe Pérez Fuertes" userId="4ae9ef87-2a7d-42f8-8dfa-0a501a9e2ff4" providerId="ADAL" clId="{FDDD45CB-1330-4033-A842-3D2746AFF7C7}" dt="2026-08-12T17:20:09.188" v="1064" actId="1076"/>
          <ac:spMkLst>
            <pc:docMk/>
            <pc:sldMk cId="1910390490" sldId="360"/>
            <ac:spMk id="3" creationId="{4048B53B-E1C7-D904-7EAB-35CD82F62BEF}"/>
          </ac:spMkLst>
        </pc:spChg>
        <pc:spChg chg="mod">
          <ac:chgData name="Lizethe Pérez Fuertes" userId="4ae9ef87-2a7d-42f8-8dfa-0a501a9e2ff4" providerId="ADAL" clId="{FDDD45CB-1330-4033-A842-3D2746AFF7C7}" dt="2026-08-12T17:17:28.004" v="1046" actId="20577"/>
          <ac:spMkLst>
            <pc:docMk/>
            <pc:sldMk cId="1910390490" sldId="360"/>
            <ac:spMk id="6" creationId="{AF8CA777-6527-6104-938A-6C4020F5E294}"/>
          </ac:spMkLst>
        </pc:spChg>
        <pc:picChg chg="add mod">
          <ac:chgData name="Lizethe Pérez Fuertes" userId="4ae9ef87-2a7d-42f8-8dfa-0a501a9e2ff4" providerId="ADAL" clId="{FDDD45CB-1330-4033-A842-3D2746AFF7C7}" dt="2026-08-12T17:20:14.527" v="1066" actId="1076"/>
          <ac:picMkLst>
            <pc:docMk/>
            <pc:sldMk cId="1910390490" sldId="360"/>
            <ac:picMk id="4" creationId="{FE98D8C9-0750-FC7F-BF0A-E4E45B4E748B}"/>
          </ac:picMkLst>
        </pc:picChg>
        <pc:picChg chg="add del">
          <ac:chgData name="Lizethe Pérez Fuertes" userId="4ae9ef87-2a7d-42f8-8dfa-0a501a9e2ff4" providerId="ADAL" clId="{FDDD45CB-1330-4033-A842-3D2746AFF7C7}" dt="2026-08-12T17:20:27.511" v="1068" actId="22"/>
          <ac:picMkLst>
            <pc:docMk/>
            <pc:sldMk cId="1910390490" sldId="360"/>
            <ac:picMk id="8" creationId="{4578E80E-6F8B-5A47-7DAC-C30C2F562BAE}"/>
          </ac:picMkLst>
        </pc:picChg>
      </pc:sldChg>
      <pc:sldChg chg="addSp delSp modSp add mod">
        <pc:chgData name="Lizethe Pérez Fuertes" userId="4ae9ef87-2a7d-42f8-8dfa-0a501a9e2ff4" providerId="ADAL" clId="{FDDD45CB-1330-4033-A842-3D2746AFF7C7}" dt="2026-08-12T17:22:15.144" v="1087" actId="1076"/>
        <pc:sldMkLst>
          <pc:docMk/>
          <pc:sldMk cId="510845350" sldId="361"/>
        </pc:sldMkLst>
        <pc:spChg chg="del">
          <ac:chgData name="Lizethe Pérez Fuertes" userId="4ae9ef87-2a7d-42f8-8dfa-0a501a9e2ff4" providerId="ADAL" clId="{FDDD45CB-1330-4033-A842-3D2746AFF7C7}" dt="2026-08-12T17:21:08.463" v="1070" actId="478"/>
          <ac:spMkLst>
            <pc:docMk/>
            <pc:sldMk cId="510845350" sldId="361"/>
            <ac:spMk id="3" creationId="{6F29CBC3-9FD2-D8B9-BD1F-1851F28B59B7}"/>
          </ac:spMkLst>
        </pc:spChg>
        <pc:spChg chg="del">
          <ac:chgData name="Lizethe Pérez Fuertes" userId="4ae9ef87-2a7d-42f8-8dfa-0a501a9e2ff4" providerId="ADAL" clId="{FDDD45CB-1330-4033-A842-3D2746AFF7C7}" dt="2026-08-12T17:22:01.495" v="1082" actId="478"/>
          <ac:spMkLst>
            <pc:docMk/>
            <pc:sldMk cId="510845350" sldId="361"/>
            <ac:spMk id="5" creationId="{6B85E5E5-B4DD-1579-A727-23BFF285F691}"/>
          </ac:spMkLst>
        </pc:spChg>
        <pc:spChg chg="del">
          <ac:chgData name="Lizethe Pérez Fuertes" userId="4ae9ef87-2a7d-42f8-8dfa-0a501a9e2ff4" providerId="ADAL" clId="{FDDD45CB-1330-4033-A842-3D2746AFF7C7}" dt="2026-08-12T17:21:14.118" v="1073" actId="478"/>
          <ac:spMkLst>
            <pc:docMk/>
            <pc:sldMk cId="510845350" sldId="361"/>
            <ac:spMk id="6" creationId="{83A94267-D2C5-7DF9-8993-AB620CA3581D}"/>
          </ac:spMkLst>
        </pc:spChg>
        <pc:spChg chg="add del mod">
          <ac:chgData name="Lizethe Pérez Fuertes" userId="4ae9ef87-2a7d-42f8-8dfa-0a501a9e2ff4" providerId="ADAL" clId="{FDDD45CB-1330-4033-A842-3D2746AFF7C7}" dt="2026-08-12T17:21:16.835" v="1074" actId="478"/>
          <ac:spMkLst>
            <pc:docMk/>
            <pc:sldMk cId="510845350" sldId="361"/>
            <ac:spMk id="9" creationId="{0E25E581-F0AE-7D0A-9299-E00C7CA9DD93}"/>
          </ac:spMkLst>
        </pc:spChg>
        <pc:picChg chg="del">
          <ac:chgData name="Lizethe Pérez Fuertes" userId="4ae9ef87-2a7d-42f8-8dfa-0a501a9e2ff4" providerId="ADAL" clId="{FDDD45CB-1330-4033-A842-3D2746AFF7C7}" dt="2026-08-12T17:21:10.462" v="1071" actId="478"/>
          <ac:picMkLst>
            <pc:docMk/>
            <pc:sldMk cId="510845350" sldId="361"/>
            <ac:picMk id="4" creationId="{F6A8FF81-1D73-6C52-CEFA-2CBA3E610F8B}"/>
          </ac:picMkLst>
        </pc:picChg>
        <pc:picChg chg="add mod">
          <ac:chgData name="Lizethe Pérez Fuertes" userId="4ae9ef87-2a7d-42f8-8dfa-0a501a9e2ff4" providerId="ADAL" clId="{FDDD45CB-1330-4033-A842-3D2746AFF7C7}" dt="2026-08-12T17:22:12.807" v="1086" actId="14100"/>
          <ac:picMkLst>
            <pc:docMk/>
            <pc:sldMk cId="510845350" sldId="361"/>
            <ac:picMk id="7" creationId="{37369BFA-7C9D-A59F-C9D4-248840D12FCB}"/>
          </ac:picMkLst>
        </pc:picChg>
        <pc:picChg chg="add mod">
          <ac:chgData name="Lizethe Pérez Fuertes" userId="4ae9ef87-2a7d-42f8-8dfa-0a501a9e2ff4" providerId="ADAL" clId="{FDDD45CB-1330-4033-A842-3D2746AFF7C7}" dt="2026-08-12T17:22:15.144" v="1087" actId="1076"/>
          <ac:picMkLst>
            <pc:docMk/>
            <pc:sldMk cId="510845350" sldId="361"/>
            <ac:picMk id="11" creationId="{ADD1A646-CAF3-CB88-3313-81F894193F8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B9EA85-E274-4EA7-8880-BB3ECF55DB78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CF1478-83C0-459C-9DF2-CF8FE5DEE0C4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270567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9522D-34E6-9E45-96EA-6089C5945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>
            <a:extLst>
              <a:ext uri="{FF2B5EF4-FFF2-40B4-BE49-F238E27FC236}">
                <a16:creationId xmlns:a16="http://schemas.microsoft.com/office/drawing/2014/main" id="{ED95D2D3-B7F0-E375-E0D4-F0205EF278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732975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0A1CA-D7AD-3F93-1FF1-29AB83CAA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>
            <a:extLst>
              <a:ext uri="{FF2B5EF4-FFF2-40B4-BE49-F238E27FC236}">
                <a16:creationId xmlns:a16="http://schemas.microsoft.com/office/drawing/2014/main" id="{AD491073-CA63-52B9-684A-FE544DC6B0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065767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373E4-5E93-6EE8-011F-5A0140101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>
            <a:extLst>
              <a:ext uri="{FF2B5EF4-FFF2-40B4-BE49-F238E27FC236}">
                <a16:creationId xmlns:a16="http://schemas.microsoft.com/office/drawing/2014/main" id="{95D26951-5D50-293C-1696-C02CB2E7AC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062878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8D255-41DA-BCCF-6602-8B10ABF14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>
            <a:extLst>
              <a:ext uri="{FF2B5EF4-FFF2-40B4-BE49-F238E27FC236}">
                <a16:creationId xmlns:a16="http://schemas.microsoft.com/office/drawing/2014/main" id="{B2830F11-5355-77CF-DC7A-C355FDF55B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328151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3AB5B-DB4C-0404-30A8-D7871BDFC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>
            <a:extLst>
              <a:ext uri="{FF2B5EF4-FFF2-40B4-BE49-F238E27FC236}">
                <a16:creationId xmlns:a16="http://schemas.microsoft.com/office/drawing/2014/main" id="{3F524BF1-A3E6-128A-3EF3-A04A2EF12D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722253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3A0CE-3ED0-3973-422B-306CD5DE0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>
            <a:extLst>
              <a:ext uri="{FF2B5EF4-FFF2-40B4-BE49-F238E27FC236}">
                <a16:creationId xmlns:a16="http://schemas.microsoft.com/office/drawing/2014/main" id="{CBE6BDE5-CAA2-8CBE-233A-83438F7A6B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910090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DCF0E-529D-6612-B028-23535B5B6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>
            <a:extLst>
              <a:ext uri="{FF2B5EF4-FFF2-40B4-BE49-F238E27FC236}">
                <a16:creationId xmlns:a16="http://schemas.microsoft.com/office/drawing/2014/main" id="{95E13D60-1C35-B5ED-9395-CBDEFF11AB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609277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D6B80-EA35-CA05-87F6-D63E099A8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>
            <a:extLst>
              <a:ext uri="{FF2B5EF4-FFF2-40B4-BE49-F238E27FC236}">
                <a16:creationId xmlns:a16="http://schemas.microsoft.com/office/drawing/2014/main" id="{59910152-77B8-3AA9-EEFD-8E392CB8E0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069518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AD5DB-00C3-3226-557A-041589E9C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>
            <a:extLst>
              <a:ext uri="{FF2B5EF4-FFF2-40B4-BE49-F238E27FC236}">
                <a16:creationId xmlns:a16="http://schemas.microsoft.com/office/drawing/2014/main" id="{35860AD7-89FB-FA38-7B65-D7ED949D64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592747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5E4FA-02D8-27D0-1292-86C6BA1F5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>
            <a:extLst>
              <a:ext uri="{FF2B5EF4-FFF2-40B4-BE49-F238E27FC236}">
                <a16:creationId xmlns:a16="http://schemas.microsoft.com/office/drawing/2014/main" id="{97D74036-7847-0FCD-4091-7351F05E34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835233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06345-2ABE-5650-C56B-E11A9EF3C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>
            <a:extLst>
              <a:ext uri="{FF2B5EF4-FFF2-40B4-BE49-F238E27FC236}">
                <a16:creationId xmlns:a16="http://schemas.microsoft.com/office/drawing/2014/main" id="{C80AA7AB-CBE0-24BE-427D-975251C823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508136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974E1-5D3F-3331-2C7F-931B7E4BA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>
            <a:extLst>
              <a:ext uri="{FF2B5EF4-FFF2-40B4-BE49-F238E27FC236}">
                <a16:creationId xmlns:a16="http://schemas.microsoft.com/office/drawing/2014/main" id="{11F26918-C93C-754A-A09B-E9C7A159B5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469068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23140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524718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940883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3E51A-9964-AF89-BE97-42FD3C921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>
            <a:extLst>
              <a:ext uri="{FF2B5EF4-FFF2-40B4-BE49-F238E27FC236}">
                <a16:creationId xmlns:a16="http://schemas.microsoft.com/office/drawing/2014/main" id="{F22B8363-BF95-B561-EDDA-4A8A34F794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4537627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B90C8-5101-76A2-07AA-29CFE0F2D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>
            <a:extLst>
              <a:ext uri="{FF2B5EF4-FFF2-40B4-BE49-F238E27FC236}">
                <a16:creationId xmlns:a16="http://schemas.microsoft.com/office/drawing/2014/main" id="{060C3DAC-BC30-2916-9BF4-0A428EFF6F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6657132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38ECE-821B-024B-AAE1-D773226A4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>
            <a:extLst>
              <a:ext uri="{FF2B5EF4-FFF2-40B4-BE49-F238E27FC236}">
                <a16:creationId xmlns:a16="http://schemas.microsoft.com/office/drawing/2014/main" id="{93D4E4CB-DB9D-D66A-DE1E-6A02A2C737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569165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AFC03-A0EE-7D0D-FB6F-86B996E87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>
            <a:extLst>
              <a:ext uri="{FF2B5EF4-FFF2-40B4-BE49-F238E27FC236}">
                <a16:creationId xmlns:a16="http://schemas.microsoft.com/office/drawing/2014/main" id="{58B07BBD-E96D-858C-6B5A-0EE53908C7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5343692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03096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843500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949349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18243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54790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97179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729638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29872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13588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09542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8448036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/>
          <a:p>
            <a:pPr marL="25400"/>
            <a:fld id="{81D60167-4931-47E6-BA6A-407CBD079E47}" type="slidenum">
              <a:rPr lang="es-MX" spc="-10" smtClean="0">
                <a:solidFill>
                  <a:srgbClr val="18BAD4"/>
                </a:solidFill>
                <a:cs typeface="Calibri"/>
              </a:rPr>
              <a:pPr marL="25400"/>
              <a:t>‹Nº›</a:t>
            </a:fld>
            <a:endParaRPr lang="es-MX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098507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5086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911FAC-B3FF-46B8-811B-635049FACAEC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0699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6630" y="404664"/>
            <a:ext cx="7342584" cy="1470025"/>
          </a:xfrm>
        </p:spPr>
        <p:txBody>
          <a:bodyPr rtlCol="0">
            <a:norm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TC 1037 </a:t>
            </a:r>
            <a:br>
              <a:rPr lang="es-MX" sz="32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Pensamiento algorítmico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1A585A2-4B80-479F-964A-0052A3859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13526" y="2076498"/>
            <a:ext cx="6728792" cy="792088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</a:rPr>
              <a:t>Procesamiento de archivos de Excel</a:t>
            </a:r>
            <a:endParaRPr lang="es-MX" sz="2000" dirty="0">
              <a:solidFill>
                <a:schemeClr val="accent4">
                  <a:lumMod val="50000"/>
                </a:schemeClr>
              </a:solidFill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E17FE7B-5FE1-5257-C101-148E65F97D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1800" y="2884937"/>
            <a:ext cx="3372321" cy="295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855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8561356" y="5528169"/>
            <a:ext cx="67628" cy="1154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/>
            <a:r>
              <a:rPr sz="750" spc="-8" dirty="0">
                <a:latin typeface="Corbel"/>
                <a:cs typeface="Corbel"/>
              </a:rPr>
              <a:t>2</a:t>
            </a:r>
            <a:endParaRPr sz="750">
              <a:latin typeface="Corbel"/>
              <a:cs typeface="Corbel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AF9A3DB-3D1C-9A5E-10C7-6E89AE7345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87624" y="18020"/>
            <a:ext cx="7010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Librerías</a:t>
            </a: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10B0507B-3D52-32E9-9C30-B98FF46EA682}"/>
              </a:ext>
            </a:extLst>
          </p:cNvPr>
          <p:cNvSpPr txBox="1">
            <a:spLocks/>
          </p:cNvSpPr>
          <p:nvPr/>
        </p:nvSpPr>
        <p:spPr>
          <a:xfrm>
            <a:off x="539552" y="1340768"/>
            <a:ext cx="8021804" cy="132799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Para poder manipular archivos de Excel mediante Python, debes tener instalado </a:t>
            </a:r>
            <a:r>
              <a:rPr lang="es-MX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pandas 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y la librería </a:t>
            </a:r>
            <a:r>
              <a:rPr lang="es-MX" sz="20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xlrd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En Thonny, la instalación se hace con los siguientes pasos: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214C795-67FE-F9E4-BA01-69B6349047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280" y="2924944"/>
            <a:ext cx="8089439" cy="291346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A2211-51FB-0161-C4C1-9072DB807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88F26530-0FC0-8D34-803B-F21109446107}"/>
              </a:ext>
            </a:extLst>
          </p:cNvPr>
          <p:cNvSpPr txBox="1"/>
          <p:nvPr/>
        </p:nvSpPr>
        <p:spPr>
          <a:xfrm>
            <a:off x="8561356" y="5528169"/>
            <a:ext cx="67628" cy="1154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/>
            <a:r>
              <a:rPr sz="750" spc="-8" dirty="0">
                <a:latin typeface="Corbel"/>
                <a:cs typeface="Corbel"/>
              </a:rPr>
              <a:t>2</a:t>
            </a:r>
            <a:endParaRPr sz="750">
              <a:latin typeface="Corbel"/>
              <a:cs typeface="Corbel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C6C2889-8B55-1F17-4081-E1AD4C7AC4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87624" y="18020"/>
            <a:ext cx="7010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Preparativos</a:t>
            </a: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1E87AA98-3A93-84A8-25C1-7FB00C1CEF10}"/>
              </a:ext>
            </a:extLst>
          </p:cNvPr>
          <p:cNvSpPr txBox="1">
            <a:spLocks/>
          </p:cNvSpPr>
          <p:nvPr/>
        </p:nvSpPr>
        <p:spPr>
          <a:xfrm>
            <a:off x="576814" y="1193800"/>
            <a:ext cx="8021804" cy="104586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2800"/>
              </a:lnSpc>
            </a:pP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También descarga la tabla </a:t>
            </a:r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vendedores.xlsx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, la cual muestra información de los vendedores en una empresa, dividida por regiones (norte, sur, este, oeste).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2B1EBA4-408E-7F50-CE3B-5F4FF576C2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9692" y="2377479"/>
            <a:ext cx="5745180" cy="4147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329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19878-DA11-1635-45E7-4A4360FA7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554CB79A-3308-3804-81C0-B59BDB324DDF}"/>
              </a:ext>
            </a:extLst>
          </p:cNvPr>
          <p:cNvSpPr txBox="1"/>
          <p:nvPr/>
        </p:nvSpPr>
        <p:spPr>
          <a:xfrm>
            <a:off x="8561356" y="5528169"/>
            <a:ext cx="67628" cy="1154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/>
            <a:r>
              <a:rPr sz="750" spc="-8" dirty="0">
                <a:latin typeface="Corbel"/>
                <a:cs typeface="Corbel"/>
              </a:rPr>
              <a:t>2</a:t>
            </a:r>
            <a:endParaRPr sz="750">
              <a:latin typeface="Corbel"/>
              <a:cs typeface="Corbel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5C3BB304-B274-5EB7-8A0E-5A856EA2E3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87624" y="18020"/>
            <a:ext cx="7010400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Carga de un archivo de Excel</a:t>
            </a: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DC0A60F3-A060-152F-914C-F244B4E6B79B}"/>
              </a:ext>
            </a:extLst>
          </p:cNvPr>
          <p:cNvSpPr txBox="1">
            <a:spLocks/>
          </p:cNvSpPr>
          <p:nvPr/>
        </p:nvSpPr>
        <p:spPr>
          <a:xfrm>
            <a:off x="607180" y="1454427"/>
            <a:ext cx="8021804" cy="126066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2500"/>
              </a:lnSpc>
            </a:pP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Podemos utilizar la librería de Pandas para poder leer la información contenida en un archivo de Excel.</a:t>
            </a:r>
          </a:p>
          <a:p>
            <a:pPr algn="just">
              <a:lnSpc>
                <a:spcPts val="2500"/>
              </a:lnSpc>
            </a:pPr>
            <a:endParaRPr lang="es-MX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ts val="2500"/>
              </a:lnSpc>
            </a:pP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Para ello, utiliza el método </a:t>
            </a:r>
            <a:r>
              <a:rPr lang="es-MX" sz="2000" b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read_Excel</a:t>
            </a:r>
            <a:r>
              <a:rPr lang="es-MX" sz="20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(“nombre del archivo”)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57EDF45-9B33-B323-ED00-BD6AA461C5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640" y="3123916"/>
            <a:ext cx="6012160" cy="2519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365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E6EF3-89FE-13F1-949B-B64D14597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000A99C9-0624-8BD4-0246-CBAC0CBB9E45}"/>
              </a:ext>
            </a:extLst>
          </p:cNvPr>
          <p:cNvSpPr txBox="1"/>
          <p:nvPr/>
        </p:nvSpPr>
        <p:spPr>
          <a:xfrm>
            <a:off x="8561356" y="5528169"/>
            <a:ext cx="67628" cy="1154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/>
            <a:r>
              <a:rPr sz="750" spc="-8" dirty="0">
                <a:latin typeface="Corbel"/>
                <a:cs typeface="Corbel"/>
              </a:rPr>
              <a:t>2</a:t>
            </a:r>
            <a:endParaRPr sz="750">
              <a:latin typeface="Corbel"/>
              <a:cs typeface="Corbel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A47AEF69-A8DA-8E41-3269-E486B1865F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132" y="476672"/>
            <a:ext cx="5613782" cy="5688632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3EBE24B3-999B-5DA3-0C4A-DFB3A11649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8144" y="1093707"/>
            <a:ext cx="2892750" cy="467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3613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DE1F0-4147-84A8-F818-C279E710A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8E552608-A31F-0DC9-E7B5-13619232CB56}"/>
              </a:ext>
            </a:extLst>
          </p:cNvPr>
          <p:cNvSpPr txBox="1"/>
          <p:nvPr/>
        </p:nvSpPr>
        <p:spPr>
          <a:xfrm>
            <a:off x="8561356" y="5528169"/>
            <a:ext cx="67628" cy="1154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/>
            <a:r>
              <a:rPr sz="750" spc="-8" dirty="0">
                <a:latin typeface="Corbel"/>
                <a:cs typeface="Corbel"/>
              </a:rPr>
              <a:t>2</a:t>
            </a:r>
            <a:endParaRPr sz="750">
              <a:latin typeface="Corbel"/>
              <a:cs typeface="Corbel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EF01FDC-E38D-23E6-880E-C7267D6092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31640" y="836712"/>
            <a:ext cx="6626382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Extracción de información por columna</a:t>
            </a: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376096C4-13A8-8E79-C726-65D2FDE1A7B5}"/>
              </a:ext>
            </a:extLst>
          </p:cNvPr>
          <p:cNvSpPr txBox="1">
            <a:spLocks/>
          </p:cNvSpPr>
          <p:nvPr/>
        </p:nvSpPr>
        <p:spPr>
          <a:xfrm>
            <a:off x="1258809" y="2547765"/>
            <a:ext cx="6626382" cy="1762470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Se requiere guardar la información de una columna entera en una lista, utiliza la siguiente sintaxis:</a:t>
            </a:r>
          </a:p>
          <a:p>
            <a:pPr algn="just">
              <a:lnSpc>
                <a:spcPct val="150000"/>
              </a:lnSpc>
            </a:pPr>
            <a:endParaRPr lang="es-MX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ts val="2500"/>
              </a:lnSpc>
            </a:pPr>
            <a:endParaRPr lang="es-MX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2500"/>
              </a:lnSpc>
            </a:pPr>
            <a:r>
              <a:rPr lang="es-MX" sz="32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lista </a:t>
            </a:r>
            <a:r>
              <a:rPr lang="es-MX" sz="3200" b="1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es-MX" sz="32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tabla</a:t>
            </a:r>
            <a:r>
              <a:rPr lang="es-MX" sz="3200" b="1" dirty="0">
                <a:latin typeface="Arial" panose="020B0604020202020204" pitchFamily="34" charset="0"/>
                <a:cs typeface="Arial" panose="020B0604020202020204" pitchFamily="34" charset="0"/>
              </a:rPr>
              <a:t>[‘</a:t>
            </a:r>
            <a:r>
              <a:rPr lang="es-MX" sz="32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Columna</a:t>
            </a:r>
            <a:r>
              <a:rPr lang="es-MX" sz="3200" b="1" dirty="0">
                <a:latin typeface="Arial" panose="020B0604020202020204" pitchFamily="34" charset="0"/>
                <a:cs typeface="Arial" panose="020B0604020202020204" pitchFamily="34" charset="0"/>
              </a:rPr>
              <a:t>’]</a:t>
            </a:r>
          </a:p>
        </p:txBody>
      </p:sp>
    </p:spTree>
    <p:extLst>
      <p:ext uri="{BB962C8B-B14F-4D97-AF65-F5344CB8AC3E}">
        <p14:creationId xmlns:p14="http://schemas.microsoft.com/office/powerpoint/2010/main" val="39944876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307CF-EBA2-6DB5-2DB3-4FD31F25B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225F66EC-1EDF-255D-5760-BA105DF891B0}"/>
              </a:ext>
            </a:extLst>
          </p:cNvPr>
          <p:cNvSpPr txBox="1"/>
          <p:nvPr/>
        </p:nvSpPr>
        <p:spPr>
          <a:xfrm>
            <a:off x="8561356" y="5528169"/>
            <a:ext cx="67628" cy="1154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/>
            <a:r>
              <a:rPr sz="750" spc="-8" dirty="0">
                <a:latin typeface="Corbel"/>
                <a:cs typeface="Corbel"/>
              </a:rPr>
              <a:t>2</a:t>
            </a:r>
            <a:endParaRPr sz="750">
              <a:latin typeface="Corbel"/>
              <a:cs typeface="Corbe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C8DDCF5-067F-A6F9-EBA2-3194F8F3C7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1412776"/>
            <a:ext cx="4104456" cy="3667408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B1A03CA4-A748-5B11-1594-49C2455615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7660" y="1436364"/>
            <a:ext cx="3877216" cy="328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1903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565D1-F200-6054-82C9-4CBA872CA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CAA12FE5-1A2F-59A7-429D-1AF32424D0E7}"/>
              </a:ext>
            </a:extLst>
          </p:cNvPr>
          <p:cNvSpPr txBox="1"/>
          <p:nvPr/>
        </p:nvSpPr>
        <p:spPr>
          <a:xfrm>
            <a:off x="8561356" y="5528169"/>
            <a:ext cx="67628" cy="1154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/>
            <a:r>
              <a:rPr sz="750" spc="-8" dirty="0">
                <a:latin typeface="Corbel"/>
                <a:cs typeface="Corbel"/>
              </a:rPr>
              <a:t>2</a:t>
            </a:r>
            <a:endParaRPr sz="750">
              <a:latin typeface="Corbel"/>
              <a:cs typeface="Corbel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67FC619-6EA8-6075-9206-BA15434B7E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6800" y="188640"/>
            <a:ext cx="7010400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Medidas descriptivas</a:t>
            </a:r>
          </a:p>
        </p:txBody>
      </p:sp>
      <p:sp>
        <p:nvSpPr>
          <p:cNvPr id="3" name="object 6">
            <a:extLst>
              <a:ext uri="{FF2B5EF4-FFF2-40B4-BE49-F238E27FC236}">
                <a16:creationId xmlns:a16="http://schemas.microsoft.com/office/drawing/2014/main" id="{87A43A13-D5E9-CB4C-833D-953CAC858ED9}"/>
              </a:ext>
            </a:extLst>
          </p:cNvPr>
          <p:cNvSpPr txBox="1"/>
          <p:nvPr/>
        </p:nvSpPr>
        <p:spPr>
          <a:xfrm>
            <a:off x="662969" y="1628800"/>
            <a:ext cx="7904321" cy="33285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 marR="463868" algn="just">
              <a:lnSpc>
                <a:spcPts val="3000"/>
              </a:lnSpc>
            </a:pP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Al guardar la información en listas, puedes obtener diversas medidas descriptivas, tales como el valor más grande, el más pequeño, el promedio, la cantidad de registros, etc.</a:t>
            </a:r>
          </a:p>
          <a:p>
            <a:pPr marL="9525" marR="463868" algn="just">
              <a:lnSpc>
                <a:spcPts val="3000"/>
              </a:lnSpc>
            </a:pPr>
            <a:endParaRPr lang="es-MX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525" marR="463868" algn="ctr">
              <a:lnSpc>
                <a:spcPct val="150000"/>
              </a:lnSpc>
            </a:pPr>
            <a:r>
              <a:rPr lang="es-MX" sz="2000" b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lista.max</a:t>
            </a:r>
            <a:r>
              <a:rPr lang="es-MX" sz="20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pPr marL="9525" marR="463868" algn="ctr">
              <a:lnSpc>
                <a:spcPct val="150000"/>
              </a:lnSpc>
            </a:pPr>
            <a:r>
              <a:rPr lang="es-MX" sz="2000" b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lista.min</a:t>
            </a:r>
            <a:r>
              <a:rPr lang="es-MX" sz="20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pPr marL="9525" marR="463868" algn="ctr">
              <a:lnSpc>
                <a:spcPct val="150000"/>
              </a:lnSpc>
            </a:pPr>
            <a:r>
              <a:rPr lang="es-MX" sz="2000" b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lista.mean</a:t>
            </a:r>
            <a:r>
              <a:rPr lang="es-MX" sz="20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pPr marL="9525" marR="463868" algn="ctr">
              <a:lnSpc>
                <a:spcPct val="150000"/>
              </a:lnSpc>
            </a:pPr>
            <a:r>
              <a:rPr lang="es-MX" sz="2000" b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lista.count</a:t>
            </a:r>
            <a:r>
              <a:rPr lang="es-MX" sz="20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7343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27E91-934C-41B3-4A79-60C1D4AD8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791934EC-7C4D-47AC-51DD-404BBBC72C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2506" y="4292338"/>
            <a:ext cx="3971494" cy="2471662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E3385210-47E4-3D48-828A-4C914EB04AA7}"/>
              </a:ext>
            </a:extLst>
          </p:cNvPr>
          <p:cNvSpPr txBox="1"/>
          <p:nvPr/>
        </p:nvSpPr>
        <p:spPr>
          <a:xfrm>
            <a:off x="8561356" y="5528169"/>
            <a:ext cx="67628" cy="1154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/>
            <a:r>
              <a:rPr sz="750" spc="-8" dirty="0">
                <a:latin typeface="Corbel"/>
                <a:cs typeface="Corbel"/>
              </a:rPr>
              <a:t>2</a:t>
            </a:r>
            <a:endParaRPr sz="750">
              <a:latin typeface="Corbel"/>
              <a:cs typeface="Corbel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3E48C86-0B44-B8BA-AA6A-2EAEEAC07F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528" y="1052736"/>
            <a:ext cx="5688632" cy="3563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5650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CE52A-E744-1A04-7C2E-6F981BB43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B11C2D60-3ECD-A376-24FC-22A8CE19026A}"/>
              </a:ext>
            </a:extLst>
          </p:cNvPr>
          <p:cNvSpPr txBox="1"/>
          <p:nvPr/>
        </p:nvSpPr>
        <p:spPr>
          <a:xfrm>
            <a:off x="8561356" y="5528169"/>
            <a:ext cx="67628" cy="1154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/>
            <a:r>
              <a:rPr sz="750" spc="-8" dirty="0">
                <a:latin typeface="Corbel"/>
                <a:cs typeface="Corbel"/>
              </a:rPr>
              <a:t>2</a:t>
            </a:r>
            <a:endParaRPr sz="750">
              <a:latin typeface="Corbel"/>
              <a:cs typeface="Corbel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F8CA777-6527-6104-938A-6C4020F5E2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6800" y="188640"/>
            <a:ext cx="7010400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Extracción de subtablas</a:t>
            </a:r>
          </a:p>
        </p:txBody>
      </p:sp>
      <p:sp>
        <p:nvSpPr>
          <p:cNvPr id="3" name="object 6">
            <a:extLst>
              <a:ext uri="{FF2B5EF4-FFF2-40B4-BE49-F238E27FC236}">
                <a16:creationId xmlns:a16="http://schemas.microsoft.com/office/drawing/2014/main" id="{4048B53B-E1C7-D904-7EAB-35CD82F62BEF}"/>
              </a:ext>
            </a:extLst>
          </p:cNvPr>
          <p:cNvSpPr txBox="1"/>
          <p:nvPr/>
        </p:nvSpPr>
        <p:spPr>
          <a:xfrm>
            <a:off x="657035" y="1421050"/>
            <a:ext cx="7904321" cy="16172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MX" dirty="0"/>
              <a:t>Para poder obtener una subtabla de la tabla principal, debes de agruparla por alguna columna, y después especificar el valor.</a:t>
            </a:r>
          </a:p>
          <a:p>
            <a:pPr>
              <a:lnSpc>
                <a:spcPct val="150000"/>
              </a:lnSpc>
            </a:pPr>
            <a:endParaRPr lang="es-MX" dirty="0"/>
          </a:p>
          <a:p>
            <a:pPr>
              <a:lnSpc>
                <a:spcPct val="150000"/>
              </a:lnSpc>
            </a:pPr>
            <a:r>
              <a:rPr lang="es-MX" dirty="0"/>
              <a:t>Para ello, utiliza el método </a:t>
            </a:r>
            <a:r>
              <a:rPr lang="es-MX" b="1" dirty="0" err="1">
                <a:solidFill>
                  <a:schemeClr val="accent6">
                    <a:lumMod val="75000"/>
                  </a:schemeClr>
                </a:solidFill>
              </a:rPr>
              <a:t>groupby</a:t>
            </a:r>
            <a:r>
              <a:rPr lang="es-MX" b="1" dirty="0">
                <a:solidFill>
                  <a:schemeClr val="accent6">
                    <a:lumMod val="75000"/>
                  </a:schemeClr>
                </a:solidFill>
              </a:rPr>
              <a:t>(‘Columna’).</a:t>
            </a:r>
            <a:r>
              <a:rPr lang="es-MX" b="1" dirty="0" err="1">
                <a:solidFill>
                  <a:schemeClr val="accent6">
                    <a:lumMod val="75000"/>
                  </a:schemeClr>
                </a:solidFill>
              </a:rPr>
              <a:t>get_group</a:t>
            </a:r>
            <a:r>
              <a:rPr lang="es-MX" b="1" dirty="0">
                <a:solidFill>
                  <a:schemeClr val="accent6">
                    <a:lumMod val="75000"/>
                  </a:schemeClr>
                </a:solidFill>
              </a:rPr>
              <a:t>(‘Valor’)</a:t>
            </a:r>
            <a:endParaRPr sz="20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E98D8C9-0750-FC7F-BF0A-E4E45B4E74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0249" y="3145032"/>
            <a:ext cx="4543502" cy="3388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3904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70E26-DC45-DC13-272E-758FE1E3B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37369BFA-7C9D-A59F-C9D4-248840D12F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836712"/>
            <a:ext cx="5785271" cy="5115026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ADD1A646-CAF3-CB88-3313-81F894193F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9416" y="1124744"/>
            <a:ext cx="2783064" cy="4538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8453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66A03-4F89-2B4B-2067-5989982E4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48979827-D96F-99B3-063B-6AC061129C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6800" y="116632"/>
            <a:ext cx="7010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¡A programar!</a:t>
            </a:r>
          </a:p>
        </p:txBody>
      </p:sp>
      <p:sp>
        <p:nvSpPr>
          <p:cNvPr id="2" name="object 4">
            <a:extLst>
              <a:ext uri="{FF2B5EF4-FFF2-40B4-BE49-F238E27FC236}">
                <a16:creationId xmlns:a16="http://schemas.microsoft.com/office/drawing/2014/main" id="{90092276-622F-ABDF-170E-05BB2F164FE8}"/>
              </a:ext>
            </a:extLst>
          </p:cNvPr>
          <p:cNvSpPr txBox="1">
            <a:spLocks/>
          </p:cNvSpPr>
          <p:nvPr/>
        </p:nvSpPr>
        <p:spPr>
          <a:xfrm>
            <a:off x="251520" y="1238799"/>
            <a:ext cx="8352928" cy="6426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2400" dirty="0"/>
              <a:t>Realiza un programa en Python con las siguientes indicaciones:</a:t>
            </a:r>
          </a:p>
          <a:p>
            <a:pPr marL="457200" indent="-457200">
              <a:buFont typeface="+mj-lt"/>
              <a:buAutoNum type="arabicPeriod"/>
            </a:pPr>
            <a:r>
              <a:rPr lang="es-MX" sz="2400" dirty="0"/>
              <a:t>Carga la información del archivo </a:t>
            </a:r>
            <a:r>
              <a:rPr lang="es-MX" sz="2400" b="1" dirty="0">
                <a:solidFill>
                  <a:schemeClr val="accent6">
                    <a:lumMod val="75000"/>
                  </a:schemeClr>
                </a:solidFill>
              </a:rPr>
              <a:t>vendedores.xlsx </a:t>
            </a:r>
            <a:r>
              <a:rPr lang="es-MX" sz="2400" dirty="0"/>
              <a:t>en un </a:t>
            </a:r>
            <a:r>
              <a:rPr lang="es-MX" sz="2400" dirty="0" err="1"/>
              <a:t>Dataframe</a:t>
            </a:r>
            <a:r>
              <a:rPr lang="es-MX" sz="2400" dirty="0"/>
              <a:t> llamado </a:t>
            </a:r>
            <a:r>
              <a:rPr lang="es-MX" sz="2400" b="1" dirty="0"/>
              <a:t>reporte.</a:t>
            </a:r>
            <a:endParaRPr lang="es-MX" sz="2400" dirty="0"/>
          </a:p>
          <a:p>
            <a:pPr marL="457200" indent="-457200">
              <a:buFont typeface="+mj-lt"/>
              <a:buAutoNum type="arabicPeriod"/>
            </a:pPr>
            <a:r>
              <a:rPr lang="es-MX" sz="2400" dirty="0"/>
              <a:t>Extrae una subtabla llamada </a:t>
            </a:r>
            <a:r>
              <a:rPr lang="es-MX" sz="2400" b="1" dirty="0" err="1"/>
              <a:t>reporteNorte</a:t>
            </a:r>
            <a:r>
              <a:rPr lang="es-MX" sz="2400" b="1" dirty="0"/>
              <a:t> </a:t>
            </a:r>
            <a:r>
              <a:rPr lang="es-MX" sz="2400" dirty="0"/>
              <a:t>con la información de la región </a:t>
            </a:r>
            <a:r>
              <a:rPr lang="es-MX" sz="2400" b="1" dirty="0"/>
              <a:t>Norte.</a:t>
            </a:r>
            <a:endParaRPr lang="es-MX" sz="2400" dirty="0"/>
          </a:p>
          <a:p>
            <a:pPr marL="457200" indent="-457200">
              <a:buFont typeface="+mj-lt"/>
              <a:buAutoNum type="arabicPeriod"/>
            </a:pPr>
            <a:r>
              <a:rPr lang="es-MX" sz="2400" dirty="0"/>
              <a:t>Guarda la información de las </a:t>
            </a:r>
            <a:r>
              <a:rPr lang="es-MX" sz="2400" b="1" dirty="0"/>
              <a:t>Ventas Totales </a:t>
            </a:r>
            <a:r>
              <a:rPr lang="es-MX" sz="2400" dirty="0"/>
              <a:t>de la subtabla </a:t>
            </a:r>
            <a:r>
              <a:rPr lang="es-MX" sz="2400" dirty="0" err="1"/>
              <a:t>reporteNorte</a:t>
            </a:r>
            <a:r>
              <a:rPr lang="es-MX" sz="2400" dirty="0"/>
              <a:t> en una lista llamada </a:t>
            </a:r>
            <a:r>
              <a:rPr lang="es-MX" sz="2400" b="1" dirty="0" err="1"/>
              <a:t>ventasNorte</a:t>
            </a:r>
            <a:r>
              <a:rPr lang="es-MX" sz="2400" b="1" dirty="0"/>
              <a:t>.</a:t>
            </a:r>
            <a:endParaRPr lang="es-MX" sz="2400" dirty="0"/>
          </a:p>
          <a:p>
            <a:pPr marL="457200" indent="-457200">
              <a:buFont typeface="+mj-lt"/>
              <a:buAutoNum type="arabicPeriod"/>
            </a:pPr>
            <a:r>
              <a:rPr lang="es-MX" sz="2400" dirty="0"/>
              <a:t>Muestra el promedio de las </a:t>
            </a:r>
            <a:r>
              <a:rPr lang="es-MX" sz="2400" b="1" dirty="0"/>
              <a:t>Ventas Totales </a:t>
            </a:r>
            <a:r>
              <a:rPr lang="es-MX" sz="2400" dirty="0"/>
              <a:t>de la región </a:t>
            </a:r>
            <a:r>
              <a:rPr lang="es-MX" sz="2400" b="1" dirty="0"/>
              <a:t>Norte</a:t>
            </a:r>
            <a:r>
              <a:rPr lang="es-MX" sz="2400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s-MX" sz="2400"/>
              <a:t>Guarda losnombresdelosvendedoresdelaregiónNorteenunalistallamadavendedoresNorte</a:t>
            </a:r>
            <a:endParaRPr lang="es-MX" sz="2400" dirty="0"/>
          </a:p>
          <a:p>
            <a:pPr marL="457200" indent="-457200">
              <a:buFont typeface="+mj-lt"/>
              <a:buAutoNum type="arabicPeriod"/>
            </a:pPr>
            <a:r>
              <a:rPr lang="es-MX" sz="2400" dirty="0"/>
              <a:t>6.GuardalossalariosdelosvendedoresdelaregiónNorteenunalistallamadasalariosNorte</a:t>
            </a:r>
          </a:p>
          <a:p>
            <a:pPr marL="457200" indent="-457200">
              <a:buFont typeface="+mj-lt"/>
              <a:buAutoNum type="arabicPeriod"/>
            </a:pPr>
            <a:r>
              <a:rPr lang="es-MX" sz="2400" dirty="0"/>
              <a:t>7.MediantelalibreríamatplotlibrealizaunagráficadebarrasdelosnombresdelosvendedoresysussalariosdelaregiónNorte.Agregauntítuloyetiquetasalosejes.</a:t>
            </a:r>
          </a:p>
        </p:txBody>
      </p:sp>
    </p:spTree>
    <p:extLst>
      <p:ext uri="{BB962C8B-B14F-4D97-AF65-F5344CB8AC3E}">
        <p14:creationId xmlns:p14="http://schemas.microsoft.com/office/powerpoint/2010/main" val="10551489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7D069-1E61-1547-12F8-7A77D68C6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03896082-6C73-720F-DC2E-F5E4C37E4C03}"/>
              </a:ext>
            </a:extLst>
          </p:cNvPr>
          <p:cNvSpPr txBox="1"/>
          <p:nvPr/>
        </p:nvSpPr>
        <p:spPr>
          <a:xfrm>
            <a:off x="8561356" y="5528169"/>
            <a:ext cx="67628" cy="1154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/>
            <a:r>
              <a:rPr sz="750" spc="-8" dirty="0">
                <a:latin typeface="Corbel"/>
                <a:cs typeface="Corbel"/>
              </a:rPr>
              <a:t>2</a:t>
            </a:r>
            <a:endParaRPr sz="750">
              <a:latin typeface="Corbel"/>
              <a:cs typeface="Corbel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8E2B1D31-F8C3-3747-315A-374894B038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6800" y="116632"/>
            <a:ext cx="7010400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Importando las </a:t>
            </a:r>
            <a:r>
              <a:rPr lang="es-ES_tradnl" sz="48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librerias</a:t>
            </a:r>
            <a:endParaRPr lang="es-ES_tradnl" sz="48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FE202666-5A1F-4918-4861-CCB0FB3B13EB}"/>
              </a:ext>
            </a:extLst>
          </p:cNvPr>
          <p:cNvSpPr txBox="1"/>
          <p:nvPr/>
        </p:nvSpPr>
        <p:spPr>
          <a:xfrm>
            <a:off x="1187624" y="1742569"/>
            <a:ext cx="3342323" cy="8181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/>
            <a:r>
              <a:rPr sz="2100" spc="-19" dirty="0">
                <a:latin typeface="Corbel"/>
                <a:cs typeface="Corbel"/>
              </a:rPr>
              <a:t>Co</a:t>
            </a:r>
            <a:r>
              <a:rPr sz="2100" spc="-15" dirty="0">
                <a:latin typeface="Corbel"/>
                <a:cs typeface="Corbel"/>
              </a:rPr>
              <a:t>loc</a:t>
            </a:r>
            <a:r>
              <a:rPr sz="2100" spc="-19" dirty="0">
                <a:latin typeface="Corbel"/>
                <a:cs typeface="Corbel"/>
              </a:rPr>
              <a:t>a</a:t>
            </a:r>
            <a:r>
              <a:rPr sz="2100" spc="-8" dirty="0">
                <a:latin typeface="Corbel"/>
                <a:cs typeface="Corbel"/>
              </a:rPr>
              <a:t>r</a:t>
            </a:r>
            <a:r>
              <a:rPr sz="2100" spc="8" dirty="0">
                <a:latin typeface="Corbel"/>
                <a:cs typeface="Corbel"/>
              </a:rPr>
              <a:t> </a:t>
            </a:r>
            <a:r>
              <a:rPr sz="2100" spc="-11" dirty="0">
                <a:latin typeface="Corbel"/>
                <a:cs typeface="Corbel"/>
              </a:rPr>
              <a:t>al</a:t>
            </a:r>
            <a:r>
              <a:rPr sz="2100" spc="4" dirty="0">
                <a:latin typeface="Corbel"/>
                <a:cs typeface="Corbel"/>
              </a:rPr>
              <a:t> </a:t>
            </a:r>
            <a:r>
              <a:rPr sz="2100" spc="-11" dirty="0">
                <a:latin typeface="Corbel"/>
                <a:cs typeface="Corbel"/>
              </a:rPr>
              <a:t>inicio</a:t>
            </a:r>
            <a:r>
              <a:rPr sz="2100" spc="-4" dirty="0">
                <a:latin typeface="Corbel"/>
                <a:cs typeface="Corbel"/>
              </a:rPr>
              <a:t> </a:t>
            </a:r>
            <a:r>
              <a:rPr sz="2100" spc="-11" dirty="0">
                <a:latin typeface="Corbel"/>
                <a:cs typeface="Corbel"/>
              </a:rPr>
              <a:t>del</a:t>
            </a:r>
            <a:r>
              <a:rPr sz="2100" spc="-4" dirty="0">
                <a:latin typeface="Corbel"/>
                <a:cs typeface="Corbel"/>
              </a:rPr>
              <a:t> </a:t>
            </a:r>
            <a:r>
              <a:rPr sz="2100" spc="-11" dirty="0">
                <a:latin typeface="Corbel"/>
                <a:cs typeface="Corbel"/>
              </a:rPr>
              <a:t>progra</a:t>
            </a:r>
            <a:r>
              <a:rPr sz="2100" spc="-30" dirty="0">
                <a:latin typeface="Corbel"/>
                <a:cs typeface="Corbel"/>
              </a:rPr>
              <a:t>m</a:t>
            </a:r>
            <a:r>
              <a:rPr sz="2100" spc="-11" dirty="0">
                <a:latin typeface="Corbel"/>
                <a:cs typeface="Corbel"/>
              </a:rPr>
              <a:t>a:</a:t>
            </a:r>
            <a:endParaRPr sz="2100" dirty="0">
              <a:latin typeface="Corbel"/>
              <a:cs typeface="Corbel"/>
            </a:endParaRPr>
          </a:p>
          <a:p>
            <a:pPr marL="9525">
              <a:spcBef>
                <a:spcPts val="1695"/>
              </a:spcBef>
            </a:pPr>
            <a:r>
              <a:rPr spc="-15" dirty="0">
                <a:latin typeface="Corbel"/>
                <a:cs typeface="Corbel"/>
              </a:rPr>
              <a:t>Par</a:t>
            </a:r>
            <a:r>
              <a:rPr spc="-11" dirty="0">
                <a:latin typeface="Corbel"/>
                <a:cs typeface="Corbel"/>
              </a:rPr>
              <a:t>a</a:t>
            </a:r>
            <a:r>
              <a:rPr spc="4" dirty="0">
                <a:latin typeface="Corbel"/>
                <a:cs typeface="Corbel"/>
              </a:rPr>
              <a:t> </a:t>
            </a:r>
            <a:r>
              <a:rPr spc="-15" dirty="0">
                <a:latin typeface="Corbel"/>
                <a:cs typeface="Corbel"/>
              </a:rPr>
              <a:t>nump</a:t>
            </a:r>
            <a:r>
              <a:rPr spc="-8" dirty="0">
                <a:latin typeface="Corbel"/>
                <a:cs typeface="Corbel"/>
              </a:rPr>
              <a:t>y</a:t>
            </a:r>
            <a:r>
              <a:rPr dirty="0">
                <a:latin typeface="Corbel"/>
                <a:cs typeface="Corbel"/>
              </a:rPr>
              <a:t>:</a:t>
            </a: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D97D9038-6223-498A-DA55-7888DA917844}"/>
              </a:ext>
            </a:extLst>
          </p:cNvPr>
          <p:cNvSpPr txBox="1"/>
          <p:nvPr/>
        </p:nvSpPr>
        <p:spPr>
          <a:xfrm>
            <a:off x="1187624" y="3355940"/>
            <a:ext cx="153733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/>
            <a:r>
              <a:rPr spc="-15" dirty="0">
                <a:latin typeface="Corbel"/>
                <a:cs typeface="Corbel"/>
              </a:rPr>
              <a:t>Par</a:t>
            </a:r>
            <a:r>
              <a:rPr spc="-11" dirty="0">
                <a:latin typeface="Corbel"/>
                <a:cs typeface="Corbel"/>
              </a:rPr>
              <a:t>a</a:t>
            </a:r>
            <a:r>
              <a:rPr spc="4" dirty="0">
                <a:latin typeface="Corbel"/>
                <a:cs typeface="Corbel"/>
              </a:rPr>
              <a:t> </a:t>
            </a:r>
            <a:r>
              <a:rPr spc="-15" dirty="0">
                <a:latin typeface="Corbel"/>
                <a:cs typeface="Corbel"/>
              </a:rPr>
              <a:t>Mat</a:t>
            </a:r>
            <a:r>
              <a:rPr spc="-11" dirty="0">
                <a:latin typeface="Corbel"/>
                <a:cs typeface="Corbel"/>
              </a:rPr>
              <a:t>p</a:t>
            </a:r>
            <a:r>
              <a:rPr spc="-15" dirty="0">
                <a:latin typeface="Corbel"/>
                <a:cs typeface="Corbel"/>
              </a:rPr>
              <a:t>l</a:t>
            </a:r>
            <a:r>
              <a:rPr spc="-4" dirty="0">
                <a:latin typeface="Corbel"/>
                <a:cs typeface="Corbel"/>
              </a:rPr>
              <a:t>otl</a:t>
            </a:r>
            <a:r>
              <a:rPr spc="-8" dirty="0">
                <a:latin typeface="Corbel"/>
                <a:cs typeface="Corbel"/>
              </a:rPr>
              <a:t>ib:</a:t>
            </a:r>
            <a:endParaRPr>
              <a:latin typeface="Corbel"/>
              <a:cs typeface="Corbel"/>
            </a:endParaRPr>
          </a:p>
        </p:txBody>
      </p:sp>
      <p:sp>
        <p:nvSpPr>
          <p:cNvPr id="10" name="object 6">
            <a:extLst>
              <a:ext uri="{FF2B5EF4-FFF2-40B4-BE49-F238E27FC236}">
                <a16:creationId xmlns:a16="http://schemas.microsoft.com/office/drawing/2014/main" id="{FAF26DE7-2B09-ADCE-9664-A760A3577E1D}"/>
              </a:ext>
            </a:extLst>
          </p:cNvPr>
          <p:cNvSpPr txBox="1"/>
          <p:nvPr/>
        </p:nvSpPr>
        <p:spPr>
          <a:xfrm>
            <a:off x="1187624" y="4453505"/>
            <a:ext cx="1236821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/>
            <a:r>
              <a:rPr spc="-15" dirty="0">
                <a:latin typeface="Corbel"/>
                <a:cs typeface="Corbel"/>
              </a:rPr>
              <a:t>Par</a:t>
            </a:r>
            <a:r>
              <a:rPr spc="-11" dirty="0">
                <a:latin typeface="Corbel"/>
                <a:cs typeface="Corbel"/>
              </a:rPr>
              <a:t>a</a:t>
            </a:r>
            <a:r>
              <a:rPr spc="4" dirty="0">
                <a:latin typeface="Corbel"/>
                <a:cs typeface="Corbel"/>
              </a:rPr>
              <a:t> </a:t>
            </a:r>
            <a:r>
              <a:rPr spc="-11" dirty="0">
                <a:latin typeface="Corbel"/>
                <a:cs typeface="Corbel"/>
              </a:rPr>
              <a:t>pa</a:t>
            </a:r>
            <a:r>
              <a:rPr spc="-19" dirty="0">
                <a:latin typeface="Corbel"/>
                <a:cs typeface="Corbel"/>
              </a:rPr>
              <a:t>n</a:t>
            </a:r>
            <a:r>
              <a:rPr spc="-11" dirty="0">
                <a:latin typeface="Corbel"/>
                <a:cs typeface="Corbel"/>
              </a:rPr>
              <a:t>das:</a:t>
            </a:r>
            <a:endParaRPr>
              <a:latin typeface="Corbel"/>
              <a:cs typeface="Corbel"/>
            </a:endParaRPr>
          </a:p>
        </p:txBody>
      </p:sp>
      <p:sp>
        <p:nvSpPr>
          <p:cNvPr id="12" name="object 7">
            <a:extLst>
              <a:ext uri="{FF2B5EF4-FFF2-40B4-BE49-F238E27FC236}">
                <a16:creationId xmlns:a16="http://schemas.microsoft.com/office/drawing/2014/main" id="{1E822AEA-3E3C-CA2A-1550-05DCFA0B98F0}"/>
              </a:ext>
            </a:extLst>
          </p:cNvPr>
          <p:cNvSpPr/>
          <p:nvPr/>
        </p:nvSpPr>
        <p:spPr>
          <a:xfrm>
            <a:off x="2532649" y="2650590"/>
            <a:ext cx="2376297" cy="4869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4" name="object 8">
            <a:extLst>
              <a:ext uri="{FF2B5EF4-FFF2-40B4-BE49-F238E27FC236}">
                <a16:creationId xmlns:a16="http://schemas.microsoft.com/office/drawing/2014/main" id="{098BDD6B-89DF-CEEE-4606-67FF3942F43E}"/>
              </a:ext>
            </a:extLst>
          </p:cNvPr>
          <p:cNvSpPr/>
          <p:nvPr/>
        </p:nvSpPr>
        <p:spPr>
          <a:xfrm>
            <a:off x="2532649" y="3871314"/>
            <a:ext cx="4050792" cy="41605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6" name="object 9">
            <a:extLst>
              <a:ext uri="{FF2B5EF4-FFF2-40B4-BE49-F238E27FC236}">
                <a16:creationId xmlns:a16="http://schemas.microsoft.com/office/drawing/2014/main" id="{F124BA85-3D52-66A1-10F7-A0720DE18D4E}"/>
              </a:ext>
            </a:extLst>
          </p:cNvPr>
          <p:cNvSpPr/>
          <p:nvPr/>
        </p:nvSpPr>
        <p:spPr>
          <a:xfrm>
            <a:off x="2532649" y="4818861"/>
            <a:ext cx="2691765" cy="55435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</p:spTree>
    <p:extLst>
      <p:ext uri="{BB962C8B-B14F-4D97-AF65-F5344CB8AC3E}">
        <p14:creationId xmlns:p14="http://schemas.microsoft.com/office/powerpoint/2010/main" val="41185209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23734-8250-466C-3491-22CF63386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698A3F2D-6B0C-30F8-534E-19B32E1C3F3D}"/>
              </a:ext>
            </a:extLst>
          </p:cNvPr>
          <p:cNvSpPr txBox="1"/>
          <p:nvPr/>
        </p:nvSpPr>
        <p:spPr>
          <a:xfrm>
            <a:off x="8561356" y="5528169"/>
            <a:ext cx="67628" cy="1154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/>
            <a:r>
              <a:rPr sz="750" spc="-8" dirty="0">
                <a:latin typeface="Corbel"/>
                <a:cs typeface="Corbel"/>
              </a:rPr>
              <a:t>2</a:t>
            </a:r>
            <a:endParaRPr sz="750">
              <a:latin typeface="Corbel"/>
              <a:cs typeface="Corbel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20AEB5A1-AA02-2E59-8D31-3875B312D2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6800" y="188640"/>
            <a:ext cx="7010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Listas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0AF0BC20-BAEF-FE00-3027-08EC746C6182}"/>
              </a:ext>
            </a:extLst>
          </p:cNvPr>
          <p:cNvSpPr txBox="1"/>
          <p:nvPr/>
        </p:nvSpPr>
        <p:spPr>
          <a:xfrm>
            <a:off x="1187624" y="1628800"/>
            <a:ext cx="7010400" cy="25434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ct val="150000"/>
              </a:lnSpc>
            </a:pPr>
            <a:r>
              <a:rPr sz="2400" spc="-49" dirty="0">
                <a:latin typeface="Corbel"/>
                <a:cs typeface="Corbel"/>
              </a:rPr>
              <a:t>R</a:t>
            </a:r>
            <a:r>
              <a:rPr sz="2400" dirty="0">
                <a:latin typeface="Corbel"/>
                <a:cs typeface="Corbel"/>
              </a:rPr>
              <a:t>ecorde</a:t>
            </a:r>
            <a:r>
              <a:rPr sz="2400" spc="-15" dirty="0">
                <a:latin typeface="Corbel"/>
                <a:cs typeface="Corbel"/>
              </a:rPr>
              <a:t>m</a:t>
            </a:r>
            <a:r>
              <a:rPr sz="2400" spc="-4" dirty="0">
                <a:latin typeface="Corbel"/>
                <a:cs typeface="Corbel"/>
              </a:rPr>
              <a:t>o</a:t>
            </a:r>
            <a:r>
              <a:rPr sz="2400" dirty="0">
                <a:latin typeface="Corbel"/>
                <a:cs typeface="Corbel"/>
              </a:rPr>
              <a:t>s </a:t>
            </a:r>
            <a:r>
              <a:rPr sz="2400" spc="-8" dirty="0">
                <a:latin typeface="Corbel"/>
                <a:cs typeface="Corbel"/>
              </a:rPr>
              <a:t>u</a:t>
            </a:r>
            <a:r>
              <a:rPr sz="2400" spc="-4" dirty="0">
                <a:latin typeface="Corbel"/>
                <a:cs typeface="Corbel"/>
              </a:rPr>
              <a:t>n</a:t>
            </a:r>
            <a:r>
              <a:rPr sz="2400" dirty="0">
                <a:latin typeface="Corbel"/>
                <a:cs typeface="Corbel"/>
              </a:rPr>
              <a:t>a lista</a:t>
            </a:r>
            <a:r>
              <a:rPr sz="2400" spc="-19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puede</a:t>
            </a:r>
            <a:r>
              <a:rPr sz="2400" spc="-15" dirty="0">
                <a:latin typeface="Corbel"/>
                <a:cs typeface="Corbel"/>
              </a:rPr>
              <a:t> </a:t>
            </a:r>
            <a:r>
              <a:rPr sz="2400" spc="-4" dirty="0">
                <a:latin typeface="Corbel"/>
                <a:cs typeface="Corbel"/>
              </a:rPr>
              <a:t>ser:</a:t>
            </a:r>
            <a:endParaRPr sz="2400" dirty="0">
              <a:latin typeface="Corbel"/>
              <a:cs typeface="Corbel"/>
            </a:endParaRPr>
          </a:p>
          <a:p>
            <a:pPr marL="70009">
              <a:lnSpc>
                <a:spcPct val="150000"/>
              </a:lnSpc>
              <a:spcBef>
                <a:spcPts val="1024"/>
              </a:spcBef>
            </a:pPr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Corbel"/>
                <a:cs typeface="Corbel"/>
              </a:rPr>
              <a:t>[a, 1,30,</a:t>
            </a:r>
            <a:r>
              <a:rPr sz="2400" b="1" spc="8" dirty="0">
                <a:solidFill>
                  <a:schemeClr val="accent6">
                    <a:lumMod val="75000"/>
                  </a:schemeClr>
                </a:solidFill>
                <a:latin typeface="Corbel"/>
                <a:cs typeface="Corbel"/>
              </a:rPr>
              <a:t> </a:t>
            </a:r>
            <a:r>
              <a:rPr lang="es-MX" sz="2400" b="1" dirty="0">
                <a:solidFill>
                  <a:schemeClr val="accent6">
                    <a:lumMod val="75000"/>
                  </a:schemeClr>
                </a:solidFill>
                <a:latin typeface="Corbel"/>
                <a:cs typeface="Corbel"/>
              </a:rPr>
              <a:t>"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Corbel"/>
                <a:cs typeface="Corbel"/>
              </a:rPr>
              <a:t>N</a:t>
            </a:r>
            <a:r>
              <a:rPr sz="2400" b="1" spc="-158" dirty="0">
                <a:solidFill>
                  <a:schemeClr val="accent6">
                    <a:lumMod val="75000"/>
                  </a:schemeClr>
                </a:solidFill>
                <a:latin typeface="Corbel"/>
                <a:cs typeface="Corbel"/>
              </a:rPr>
              <a:t>L</a:t>
            </a:r>
            <a:r>
              <a:rPr lang="es-MX" sz="2400" b="1" dirty="0">
                <a:solidFill>
                  <a:schemeClr val="accent6">
                    <a:lumMod val="75000"/>
                  </a:schemeClr>
                </a:solidFill>
                <a:latin typeface="Corbel"/>
                <a:cs typeface="Corbel"/>
              </a:rPr>
              <a:t>"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Corbel"/>
                <a:cs typeface="Corbel"/>
              </a:rPr>
              <a:t>,</a:t>
            </a:r>
            <a:r>
              <a:rPr sz="2400" b="1" spc="-23" dirty="0">
                <a:solidFill>
                  <a:schemeClr val="accent6">
                    <a:lumMod val="75000"/>
                  </a:schemeClr>
                </a:solidFill>
                <a:latin typeface="Corbel"/>
                <a:cs typeface="Corbel"/>
              </a:rPr>
              <a:t> 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Corbel"/>
                <a:cs typeface="Corbel"/>
              </a:rPr>
              <a:t>4</a:t>
            </a:r>
            <a:r>
              <a:rPr sz="2400" b="1" spc="-53" dirty="0">
                <a:solidFill>
                  <a:schemeClr val="accent6">
                    <a:lumMod val="75000"/>
                  </a:schemeClr>
                </a:solidFill>
                <a:latin typeface="Corbel"/>
                <a:cs typeface="Corbel"/>
              </a:rPr>
              <a:t>2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Corbel"/>
                <a:cs typeface="Corbel"/>
              </a:rPr>
              <a:t>00</a:t>
            </a:r>
            <a:r>
              <a:rPr sz="2400" b="1" spc="-53" dirty="0">
                <a:solidFill>
                  <a:schemeClr val="accent6">
                    <a:lumMod val="75000"/>
                  </a:schemeClr>
                </a:solidFill>
                <a:latin typeface="Corbel"/>
                <a:cs typeface="Corbel"/>
              </a:rPr>
              <a:t>0</a:t>
            </a:r>
            <a:r>
              <a:rPr sz="2400" b="1" spc="-79" dirty="0">
                <a:solidFill>
                  <a:schemeClr val="accent6">
                    <a:lumMod val="75000"/>
                  </a:schemeClr>
                </a:solidFill>
                <a:latin typeface="Corbel"/>
                <a:cs typeface="Corbel"/>
              </a:rPr>
              <a:t>2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Corbel"/>
                <a:cs typeface="Corbel"/>
              </a:rPr>
              <a:t>3,</a:t>
            </a:r>
            <a:r>
              <a:rPr sz="2400" b="1" spc="8" dirty="0">
                <a:solidFill>
                  <a:schemeClr val="accent6">
                    <a:lumMod val="75000"/>
                  </a:schemeClr>
                </a:solidFill>
                <a:latin typeface="Corbel"/>
                <a:cs typeface="Corbel"/>
              </a:rPr>
              <a:t> </a:t>
            </a:r>
            <a:r>
              <a:rPr lang="es-MX" sz="2400" b="1" dirty="0">
                <a:solidFill>
                  <a:schemeClr val="accent6">
                    <a:lumMod val="75000"/>
                  </a:schemeClr>
                </a:solidFill>
                <a:latin typeface="Corbel"/>
                <a:cs typeface="Corbel"/>
              </a:rPr>
              <a:t>"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Corbel"/>
                <a:cs typeface="Corbel"/>
              </a:rPr>
              <a:t>F</a:t>
            </a:r>
            <a:r>
              <a:rPr lang="es-MX" sz="2400" b="1" dirty="0">
                <a:solidFill>
                  <a:schemeClr val="accent6">
                    <a:lumMod val="75000"/>
                  </a:schemeClr>
                </a:solidFill>
                <a:latin typeface="Corbel"/>
                <a:cs typeface="Corbel"/>
              </a:rPr>
              <a:t>"</a:t>
            </a:r>
            <a:r>
              <a:rPr sz="2400" b="1" spc="-8" dirty="0">
                <a:solidFill>
                  <a:schemeClr val="accent6">
                    <a:lumMod val="75000"/>
                  </a:schemeClr>
                </a:solidFill>
                <a:latin typeface="Corbel"/>
                <a:cs typeface="Corbel"/>
              </a:rPr>
              <a:t> 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Corbel"/>
                <a:cs typeface="Corbel"/>
              </a:rPr>
              <a:t>]</a:t>
            </a:r>
          </a:p>
          <a:p>
            <a:pPr marL="9525">
              <a:lnSpc>
                <a:spcPct val="150000"/>
              </a:lnSpc>
              <a:spcBef>
                <a:spcPts val="1024"/>
              </a:spcBef>
              <a:tabLst>
                <a:tab pos="2327434" algn="l"/>
              </a:tabLst>
            </a:pPr>
            <a:r>
              <a:rPr sz="2400" b="1" i="1" spc="-4" dirty="0">
                <a:latin typeface="Corbel"/>
                <a:cs typeface="Corbel"/>
              </a:rPr>
              <a:t>List</a:t>
            </a:r>
            <a:r>
              <a:rPr sz="2400" b="1" i="1" dirty="0">
                <a:latin typeface="Corbel"/>
                <a:cs typeface="Corbel"/>
              </a:rPr>
              <a:t>a de n</a:t>
            </a:r>
            <a:r>
              <a:rPr sz="2400" b="1" i="1" spc="-8" dirty="0">
                <a:latin typeface="Corbel"/>
                <a:cs typeface="Corbel"/>
              </a:rPr>
              <a:t>ú</a:t>
            </a:r>
            <a:r>
              <a:rPr sz="2400" b="1" i="1" dirty="0">
                <a:latin typeface="Corbel"/>
                <a:cs typeface="Corbel"/>
              </a:rPr>
              <a:t>meros	</a:t>
            </a:r>
            <a:r>
              <a:rPr lang="es-ES" sz="2400" b="1" i="1" dirty="0">
                <a:latin typeface="Corbel"/>
                <a:cs typeface="Corbel"/>
              </a:rPr>
              <a:t>= </a:t>
            </a:r>
            <a:r>
              <a:rPr sz="2400" b="1" dirty="0">
                <a:solidFill>
                  <a:srgbClr val="0070C0"/>
                </a:solidFill>
                <a:latin typeface="Corbel"/>
                <a:cs typeface="Corbel"/>
              </a:rPr>
              <a:t>[ </a:t>
            </a:r>
            <a:r>
              <a:rPr sz="2400" b="1" spc="4" dirty="0">
                <a:solidFill>
                  <a:srgbClr val="0070C0"/>
                </a:solidFill>
                <a:latin typeface="Corbel"/>
                <a:cs typeface="Corbel"/>
              </a:rPr>
              <a:t>3</a:t>
            </a:r>
            <a:r>
              <a:rPr sz="2400" b="1" spc="-4" dirty="0">
                <a:solidFill>
                  <a:srgbClr val="0070C0"/>
                </a:solidFill>
                <a:latin typeface="Corbel"/>
                <a:cs typeface="Corbel"/>
              </a:rPr>
              <a:t>1</a:t>
            </a:r>
            <a:r>
              <a:rPr sz="2400" b="1" dirty="0">
                <a:solidFill>
                  <a:srgbClr val="0070C0"/>
                </a:solidFill>
                <a:latin typeface="Corbel"/>
                <a:cs typeface="Corbel"/>
              </a:rPr>
              <a:t>,</a:t>
            </a:r>
            <a:r>
              <a:rPr sz="2400" b="1" spc="-11" dirty="0">
                <a:solidFill>
                  <a:srgbClr val="0070C0"/>
                </a:solidFill>
                <a:latin typeface="Corbel"/>
                <a:cs typeface="Corbel"/>
              </a:rPr>
              <a:t> </a:t>
            </a:r>
            <a:r>
              <a:rPr sz="2400" b="1" spc="-4" dirty="0">
                <a:solidFill>
                  <a:srgbClr val="0070C0"/>
                </a:solidFill>
                <a:latin typeface="Corbel"/>
                <a:cs typeface="Corbel"/>
              </a:rPr>
              <a:t>28</a:t>
            </a:r>
            <a:r>
              <a:rPr sz="2400" b="1" dirty="0">
                <a:solidFill>
                  <a:srgbClr val="0070C0"/>
                </a:solidFill>
                <a:latin typeface="Corbel"/>
                <a:cs typeface="Corbel"/>
              </a:rPr>
              <a:t>, 30]</a:t>
            </a:r>
            <a:endParaRPr sz="2400" dirty="0">
              <a:solidFill>
                <a:srgbClr val="0070C0"/>
              </a:solidFill>
              <a:latin typeface="Corbel"/>
              <a:cs typeface="Corbel"/>
            </a:endParaRPr>
          </a:p>
          <a:p>
            <a:pPr marL="9525">
              <a:lnSpc>
                <a:spcPct val="150000"/>
              </a:lnSpc>
              <a:spcBef>
                <a:spcPts val="1028"/>
              </a:spcBef>
            </a:pPr>
            <a:r>
              <a:rPr sz="2400" b="1" i="1" spc="-4" dirty="0">
                <a:latin typeface="Corbel"/>
                <a:cs typeface="Corbel"/>
              </a:rPr>
              <a:t>List</a:t>
            </a:r>
            <a:r>
              <a:rPr sz="2400" b="1" i="1" dirty="0">
                <a:latin typeface="Corbel"/>
                <a:cs typeface="Corbel"/>
              </a:rPr>
              <a:t>a</a:t>
            </a:r>
            <a:r>
              <a:rPr sz="2400" b="1" i="1" spc="4" dirty="0">
                <a:latin typeface="Corbel"/>
                <a:cs typeface="Corbel"/>
              </a:rPr>
              <a:t> </a:t>
            </a:r>
            <a:r>
              <a:rPr sz="2400" b="1" i="1" dirty="0">
                <a:latin typeface="Corbel"/>
                <a:cs typeface="Corbel"/>
              </a:rPr>
              <a:t>de</a:t>
            </a:r>
            <a:r>
              <a:rPr sz="2400" b="1" i="1" spc="-4" dirty="0">
                <a:latin typeface="Corbel"/>
                <a:cs typeface="Corbel"/>
              </a:rPr>
              <a:t> st</a:t>
            </a:r>
            <a:r>
              <a:rPr sz="2400" b="1" i="1" spc="8" dirty="0">
                <a:latin typeface="Corbel"/>
                <a:cs typeface="Corbel"/>
              </a:rPr>
              <a:t>r</a:t>
            </a:r>
            <a:r>
              <a:rPr sz="2400" b="1" i="1" spc="-4" dirty="0">
                <a:latin typeface="Corbel"/>
                <a:cs typeface="Corbel"/>
              </a:rPr>
              <a:t>in</a:t>
            </a:r>
            <a:r>
              <a:rPr sz="2400" b="1" i="1" dirty="0">
                <a:latin typeface="Corbel"/>
                <a:cs typeface="Corbel"/>
              </a:rPr>
              <a:t>g</a:t>
            </a:r>
            <a:r>
              <a:rPr sz="2400" b="1" i="1" spc="-8" dirty="0">
                <a:latin typeface="Corbel"/>
                <a:cs typeface="Corbel"/>
              </a:rPr>
              <a:t> </a:t>
            </a:r>
            <a:r>
              <a:rPr sz="2400" b="1" i="1" dirty="0">
                <a:latin typeface="Corbel"/>
                <a:cs typeface="Corbel"/>
              </a:rPr>
              <a:t>= </a:t>
            </a:r>
            <a:r>
              <a:rPr sz="2400" b="1" dirty="0">
                <a:solidFill>
                  <a:schemeClr val="accent2">
                    <a:lumMod val="75000"/>
                  </a:schemeClr>
                </a:solidFill>
                <a:latin typeface="Corbel"/>
                <a:cs typeface="Corbel"/>
              </a:rPr>
              <a:t>[</a:t>
            </a:r>
            <a:r>
              <a:rPr lang="es-MX" sz="2400" b="1" dirty="0">
                <a:solidFill>
                  <a:schemeClr val="accent2">
                    <a:lumMod val="75000"/>
                  </a:schemeClr>
                </a:solidFill>
                <a:latin typeface="Corbel"/>
                <a:cs typeface="Corbel"/>
              </a:rPr>
              <a:t>"</a:t>
            </a:r>
            <a:r>
              <a:rPr sz="2400" b="1" dirty="0" err="1">
                <a:solidFill>
                  <a:schemeClr val="accent2">
                    <a:lumMod val="75000"/>
                  </a:schemeClr>
                </a:solidFill>
                <a:latin typeface="Corbel"/>
                <a:cs typeface="Corbel"/>
              </a:rPr>
              <a:t>ener</a:t>
            </a:r>
            <a:r>
              <a:rPr sz="2400" b="1" spc="4" dirty="0" err="1">
                <a:solidFill>
                  <a:schemeClr val="accent2">
                    <a:lumMod val="75000"/>
                  </a:schemeClr>
                </a:solidFill>
                <a:latin typeface="Corbel"/>
                <a:cs typeface="Corbel"/>
              </a:rPr>
              <a:t>o</a:t>
            </a:r>
            <a:r>
              <a:rPr lang="es-MX" sz="2400" b="1" dirty="0">
                <a:solidFill>
                  <a:schemeClr val="accent2">
                    <a:lumMod val="75000"/>
                  </a:schemeClr>
                </a:solidFill>
                <a:latin typeface="Corbel"/>
                <a:cs typeface="Corbel"/>
              </a:rPr>
              <a:t>"</a:t>
            </a:r>
            <a:r>
              <a:rPr sz="2400" b="1" dirty="0">
                <a:solidFill>
                  <a:schemeClr val="accent2">
                    <a:lumMod val="75000"/>
                  </a:schemeClr>
                </a:solidFill>
                <a:latin typeface="Corbel"/>
                <a:cs typeface="Corbel"/>
              </a:rPr>
              <a:t>,</a:t>
            </a:r>
            <a:r>
              <a:rPr sz="2400" b="1" spc="-11" dirty="0">
                <a:solidFill>
                  <a:schemeClr val="accent2">
                    <a:lumMod val="75000"/>
                  </a:schemeClr>
                </a:solidFill>
                <a:latin typeface="Corbel"/>
                <a:cs typeface="Corbel"/>
              </a:rPr>
              <a:t> </a:t>
            </a:r>
            <a:r>
              <a:rPr lang="es-MX" sz="2400" b="1" dirty="0">
                <a:solidFill>
                  <a:schemeClr val="accent2">
                    <a:lumMod val="75000"/>
                  </a:schemeClr>
                </a:solidFill>
                <a:latin typeface="Corbel"/>
                <a:cs typeface="Corbel"/>
              </a:rPr>
              <a:t>"</a:t>
            </a:r>
            <a:r>
              <a:rPr sz="2400" b="1" dirty="0" err="1">
                <a:solidFill>
                  <a:schemeClr val="accent2">
                    <a:lumMod val="75000"/>
                  </a:schemeClr>
                </a:solidFill>
                <a:latin typeface="Corbel"/>
                <a:cs typeface="Corbel"/>
              </a:rPr>
              <a:t>febrer</a:t>
            </a:r>
            <a:r>
              <a:rPr sz="2400" b="1" spc="4" dirty="0" err="1">
                <a:solidFill>
                  <a:schemeClr val="accent2">
                    <a:lumMod val="75000"/>
                  </a:schemeClr>
                </a:solidFill>
                <a:latin typeface="Corbel"/>
                <a:cs typeface="Corbel"/>
              </a:rPr>
              <a:t>o</a:t>
            </a:r>
            <a:r>
              <a:rPr lang="es-MX" sz="2400" b="1" dirty="0">
                <a:solidFill>
                  <a:schemeClr val="accent2">
                    <a:lumMod val="75000"/>
                  </a:schemeClr>
                </a:solidFill>
                <a:latin typeface="Corbel"/>
                <a:cs typeface="Corbel"/>
              </a:rPr>
              <a:t>"</a:t>
            </a:r>
            <a:r>
              <a:rPr sz="2400" b="1" dirty="0">
                <a:solidFill>
                  <a:schemeClr val="accent2">
                    <a:lumMod val="75000"/>
                  </a:schemeClr>
                </a:solidFill>
                <a:latin typeface="Corbel"/>
                <a:cs typeface="Corbel"/>
              </a:rPr>
              <a:t>,</a:t>
            </a:r>
            <a:r>
              <a:rPr sz="2400" b="1" spc="-19" dirty="0">
                <a:solidFill>
                  <a:schemeClr val="accent2">
                    <a:lumMod val="75000"/>
                  </a:schemeClr>
                </a:solidFill>
                <a:latin typeface="Corbel"/>
                <a:cs typeface="Corbel"/>
              </a:rPr>
              <a:t> </a:t>
            </a:r>
            <a:r>
              <a:rPr lang="es-MX" sz="2400" b="1" dirty="0">
                <a:solidFill>
                  <a:schemeClr val="accent2">
                    <a:lumMod val="75000"/>
                  </a:schemeClr>
                </a:solidFill>
                <a:latin typeface="Corbel"/>
                <a:cs typeface="Corbel"/>
              </a:rPr>
              <a:t>"</a:t>
            </a:r>
            <a:r>
              <a:rPr sz="2400" b="1" dirty="0" err="1">
                <a:solidFill>
                  <a:schemeClr val="accent2">
                    <a:lumMod val="75000"/>
                  </a:schemeClr>
                </a:solidFill>
                <a:latin typeface="Corbel"/>
                <a:cs typeface="Corbel"/>
              </a:rPr>
              <a:t>m</a:t>
            </a:r>
            <a:r>
              <a:rPr sz="2400" b="1" spc="4" dirty="0" err="1">
                <a:solidFill>
                  <a:schemeClr val="accent2">
                    <a:lumMod val="75000"/>
                  </a:schemeClr>
                </a:solidFill>
                <a:latin typeface="Corbel"/>
                <a:cs typeface="Corbel"/>
              </a:rPr>
              <a:t>a</a:t>
            </a:r>
            <a:r>
              <a:rPr sz="2400" b="1" dirty="0" err="1">
                <a:solidFill>
                  <a:schemeClr val="accent2">
                    <a:lumMod val="75000"/>
                  </a:schemeClr>
                </a:solidFill>
                <a:latin typeface="Corbel"/>
                <a:cs typeface="Corbel"/>
              </a:rPr>
              <a:t>rz</a:t>
            </a:r>
            <a:r>
              <a:rPr sz="2400" b="1" spc="4" dirty="0" err="1">
                <a:solidFill>
                  <a:schemeClr val="accent2">
                    <a:lumMod val="75000"/>
                  </a:schemeClr>
                </a:solidFill>
                <a:latin typeface="Corbel"/>
                <a:cs typeface="Corbel"/>
              </a:rPr>
              <a:t>o</a:t>
            </a:r>
            <a:r>
              <a:rPr lang="es-MX" sz="2400" b="1" dirty="0">
                <a:solidFill>
                  <a:schemeClr val="accent2">
                    <a:lumMod val="75000"/>
                  </a:schemeClr>
                </a:solidFill>
                <a:latin typeface="Corbel"/>
                <a:cs typeface="Corbel"/>
              </a:rPr>
              <a:t>"</a:t>
            </a:r>
            <a:r>
              <a:rPr sz="2400" b="1" dirty="0">
                <a:solidFill>
                  <a:schemeClr val="accent2">
                    <a:lumMod val="75000"/>
                  </a:schemeClr>
                </a:solidFill>
                <a:latin typeface="Corbel"/>
                <a:cs typeface="Corbel"/>
              </a:rPr>
              <a:t>]</a:t>
            </a:r>
            <a:endParaRPr sz="2400" dirty="0">
              <a:solidFill>
                <a:schemeClr val="accent2">
                  <a:lumMod val="75000"/>
                </a:schemeClr>
              </a:solidFill>
              <a:latin typeface="Corbel"/>
              <a:cs typeface="Corbel"/>
            </a:endParaRPr>
          </a:p>
        </p:txBody>
      </p:sp>
    </p:spTree>
    <p:extLst>
      <p:ext uri="{BB962C8B-B14F-4D97-AF65-F5344CB8AC3E}">
        <p14:creationId xmlns:p14="http://schemas.microsoft.com/office/powerpoint/2010/main" val="29509797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4CCFD5-D8F6-26BA-6A50-C678DDB46F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1678458"/>
            <a:ext cx="6966128" cy="332945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7C3837E-4D62-005A-93FA-7E31678ECE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051" y="3023157"/>
            <a:ext cx="3947321" cy="307013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562F421-483A-0FDD-87FF-A7C670CB1A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6800" y="188640"/>
            <a:ext cx="7010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Gráfica de barras simple</a:t>
            </a:r>
          </a:p>
        </p:txBody>
      </p:sp>
    </p:spTree>
    <p:extLst>
      <p:ext uri="{BB962C8B-B14F-4D97-AF65-F5344CB8AC3E}">
        <p14:creationId xmlns:p14="http://schemas.microsoft.com/office/powerpoint/2010/main" val="26990058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58BC0542-EF48-C548-B544-D25E8890EE60}"/>
              </a:ext>
            </a:extLst>
          </p:cNvPr>
          <p:cNvSpPr/>
          <p:nvPr/>
        </p:nvSpPr>
        <p:spPr>
          <a:xfrm>
            <a:off x="755577" y="5229200"/>
            <a:ext cx="3672408" cy="11521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B7CB92C-2988-369E-F987-39D0B776AC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898" y="1529179"/>
            <a:ext cx="7016142" cy="35938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6375F94-100A-8C36-8700-0285447BBE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564" y="5450875"/>
            <a:ext cx="3130433" cy="70877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DAC105-2232-F840-79B2-CA1F1EC867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6016" y="2996952"/>
            <a:ext cx="3943350" cy="302389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33A72CB-ED7D-FC18-9298-452AE95507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6800" y="188640"/>
            <a:ext cx="7010400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Gráfica de barras con colores</a:t>
            </a:r>
          </a:p>
        </p:txBody>
      </p:sp>
    </p:spTree>
    <p:extLst>
      <p:ext uri="{BB962C8B-B14F-4D97-AF65-F5344CB8AC3E}">
        <p14:creationId xmlns:p14="http://schemas.microsoft.com/office/powerpoint/2010/main" val="13010671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F79FCD4-8C6E-D548-3846-653CE5880F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1772816"/>
            <a:ext cx="5165652" cy="28507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F15B11-96E9-8B85-DB56-6DC592C443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4907" y="3251393"/>
            <a:ext cx="3657600" cy="274435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88041C6-7007-3A11-94B6-0710B3A41B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6800" y="260648"/>
            <a:ext cx="7010400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Gráfica de línea simple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63B3D925-21D2-BE92-C2AF-4292A70DEE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460" y="1100302"/>
            <a:ext cx="5340041" cy="4657396"/>
          </a:xfrm>
          <a:prstGeom prst="rect">
            <a:avLst/>
          </a:prstGeom>
        </p:spPr>
      </p:pic>
      <p:sp>
        <p:nvSpPr>
          <p:cNvPr id="11" name="Rectangle 2">
            <a:extLst>
              <a:ext uri="{FF2B5EF4-FFF2-40B4-BE49-F238E27FC236}">
                <a16:creationId xmlns:a16="http://schemas.microsoft.com/office/drawing/2014/main" id="{6B8EDCC6-5645-7A09-B72B-BFF2245BB8D2}"/>
              </a:ext>
            </a:extLst>
          </p:cNvPr>
          <p:cNvSpPr txBox="1">
            <a:spLocks noChangeArrowheads="1"/>
          </p:cNvSpPr>
          <p:nvPr/>
        </p:nvSpPr>
        <p:spPr>
          <a:xfrm>
            <a:off x="683568" y="232065"/>
            <a:ext cx="7825680" cy="792088"/>
          </a:xfrm>
          <a:prstGeom prst="rect">
            <a:avLst/>
          </a:prstGeom>
        </p:spPr>
        <p:txBody>
          <a:bodyPr>
            <a:normAutofit fontScale="9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Nombres de los ejes y del gráfico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DBFAF44A-89BD-84B8-0D37-8CD8B77496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9724" y="3398836"/>
            <a:ext cx="3849524" cy="3164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7737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8319DF00-CD43-45C2-8F54-9AF570CA73E8}"/>
              </a:ext>
            </a:extLst>
          </p:cNvPr>
          <p:cNvSpPr/>
          <p:nvPr/>
        </p:nvSpPr>
        <p:spPr>
          <a:xfrm>
            <a:off x="2339752" y="4547694"/>
            <a:ext cx="3936666" cy="1143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C45880-A2EE-BA21-B7D5-E632DC3DCD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2002" y="4725144"/>
            <a:ext cx="3521096" cy="797229"/>
          </a:xfrm>
          <a:prstGeom prst="rect">
            <a:avLst/>
          </a:prstGeom>
        </p:spPr>
      </p:pic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D9FDABF8-C561-5B30-33C1-02535D1A0B6E}"/>
              </a:ext>
            </a:extLst>
          </p:cNvPr>
          <p:cNvGraphicFramePr>
            <a:graphicFrameLocks noGrp="1"/>
          </p:cNvGraphicFramePr>
          <p:nvPr/>
        </p:nvGraphicFramePr>
        <p:xfrm>
          <a:off x="2531947" y="1517346"/>
          <a:ext cx="3481294" cy="27888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0647">
                  <a:extLst>
                    <a:ext uri="{9D8B030D-6E8A-4147-A177-3AD203B41FA5}">
                      <a16:colId xmlns:a16="http://schemas.microsoft.com/office/drawing/2014/main" val="3166750360"/>
                    </a:ext>
                  </a:extLst>
                </a:gridCol>
                <a:gridCol w="1740647">
                  <a:extLst>
                    <a:ext uri="{9D8B030D-6E8A-4147-A177-3AD203B41FA5}">
                      <a16:colId xmlns:a16="http://schemas.microsoft.com/office/drawing/2014/main" val="665337897"/>
                    </a:ext>
                  </a:extLst>
                </a:gridCol>
              </a:tblGrid>
              <a:tr h="309874">
                <a:tc>
                  <a:txBody>
                    <a:bodyPr/>
                    <a:lstStyle/>
                    <a:p>
                      <a:pPr algn="ctr"/>
                      <a:r>
                        <a:rPr lang="es-MX" sz="1400" dirty="0" err="1"/>
                        <a:t>Caracter</a:t>
                      </a:r>
                      <a:endParaRPr lang="es-MX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Color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323792467"/>
                  </a:ext>
                </a:extLst>
              </a:tr>
              <a:tr h="309874"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'b'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Blue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4670463"/>
                  </a:ext>
                </a:extLst>
              </a:tr>
              <a:tr h="309874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400" dirty="0"/>
                        <a:t>'g'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Green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049296348"/>
                  </a:ext>
                </a:extLst>
              </a:tr>
              <a:tr h="309874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400" dirty="0"/>
                        <a:t>'r'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Red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305725636"/>
                  </a:ext>
                </a:extLst>
              </a:tr>
              <a:tr h="309874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400" dirty="0"/>
                        <a:t>'c'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Cian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724019846"/>
                  </a:ext>
                </a:extLst>
              </a:tr>
              <a:tr h="309874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400" dirty="0"/>
                        <a:t>'m'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Magenta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29316665"/>
                  </a:ext>
                </a:extLst>
              </a:tr>
              <a:tr h="309874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400" dirty="0"/>
                        <a:t>'y'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 err="1"/>
                        <a:t>Yellow</a:t>
                      </a:r>
                      <a:endParaRPr lang="es-MX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366403341"/>
                  </a:ext>
                </a:extLst>
              </a:tr>
              <a:tr h="309874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400" dirty="0"/>
                        <a:t>'k'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Black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734642750"/>
                  </a:ext>
                </a:extLst>
              </a:tr>
              <a:tr h="309874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400" dirty="0"/>
                        <a:t>'w'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White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99764286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DAD51E3A-651A-8460-125A-EA9072C493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9592" y="222858"/>
            <a:ext cx="7010400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Código de colores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DE189-AFBD-B87F-6D23-C46C05823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2">
            <a:extLst>
              <a:ext uri="{FF2B5EF4-FFF2-40B4-BE49-F238E27FC236}">
                <a16:creationId xmlns:a16="http://schemas.microsoft.com/office/drawing/2014/main" id="{438B228C-77DB-177D-4765-82F186231C06}"/>
              </a:ext>
            </a:extLst>
          </p:cNvPr>
          <p:cNvSpPr txBox="1">
            <a:spLocks noChangeArrowheads="1"/>
          </p:cNvSpPr>
          <p:nvPr/>
        </p:nvSpPr>
        <p:spPr>
          <a:xfrm>
            <a:off x="539552" y="471069"/>
            <a:ext cx="7825680" cy="792088"/>
          </a:xfrm>
          <a:prstGeom prst="rect">
            <a:avLst/>
          </a:prstGeom>
        </p:spPr>
        <p:txBody>
          <a:bodyPr>
            <a:normAutofit fontScale="97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Códigos de marcador</a:t>
            </a:r>
          </a:p>
        </p:txBody>
      </p:sp>
      <p:graphicFrame>
        <p:nvGraphicFramePr>
          <p:cNvPr id="19" name="Tabla 18">
            <a:extLst>
              <a:ext uri="{FF2B5EF4-FFF2-40B4-BE49-F238E27FC236}">
                <a16:creationId xmlns:a16="http://schemas.microsoft.com/office/drawing/2014/main" id="{69F2CD44-0662-DC99-CCFA-F615E7D516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6131754"/>
              </p:ext>
            </p:extLst>
          </p:nvPr>
        </p:nvGraphicFramePr>
        <p:xfrm>
          <a:off x="935596" y="1925320"/>
          <a:ext cx="7272808" cy="3007360"/>
        </p:xfrm>
        <a:graphic>
          <a:graphicData uri="http://schemas.openxmlformats.org/drawingml/2006/table">
            <a:tbl>
              <a:tblPr/>
              <a:tblGrid>
                <a:gridCol w="954543">
                  <a:extLst>
                    <a:ext uri="{9D8B030D-6E8A-4147-A177-3AD203B41FA5}">
                      <a16:colId xmlns:a16="http://schemas.microsoft.com/office/drawing/2014/main" val="3308866515"/>
                    </a:ext>
                  </a:extLst>
                </a:gridCol>
                <a:gridCol w="2249813">
                  <a:extLst>
                    <a:ext uri="{9D8B030D-6E8A-4147-A177-3AD203B41FA5}">
                      <a16:colId xmlns:a16="http://schemas.microsoft.com/office/drawing/2014/main" val="8231529"/>
                    </a:ext>
                  </a:extLst>
                </a:gridCol>
                <a:gridCol w="4068452">
                  <a:extLst>
                    <a:ext uri="{9D8B030D-6E8A-4147-A177-3AD203B41FA5}">
                      <a16:colId xmlns:a16="http://schemas.microsoft.com/office/drawing/2014/main" val="5717152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Carácter</a:t>
                      </a:r>
                      <a:endParaRPr lang="es-MX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Descripción original</a:t>
                      </a:r>
                      <a:endParaRPr lang="es-MX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Traducción al español</a:t>
                      </a:r>
                      <a:endParaRPr lang="es-MX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60160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 sz="1125" b="0" i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  <a:endParaRPr lang="es-MX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Point </a:t>
                      </a:r>
                      <a:r>
                        <a:rPr lang="es-MX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marker</a:t>
                      </a:r>
                      <a:endParaRPr lang="es-MX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Marcador de punto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45296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 sz="1125" b="0" i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</a:t>
                      </a:r>
                      <a:endParaRPr lang="es-MX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Circle </a:t>
                      </a:r>
                      <a:r>
                        <a:rPr lang="es-MX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marker</a:t>
                      </a:r>
                      <a:endParaRPr lang="es-MX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Marcador de círculo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9389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 sz="1125" b="0" i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x</a:t>
                      </a:r>
                      <a:endParaRPr lang="es-MX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X </a:t>
                      </a:r>
                      <a:r>
                        <a:rPr lang="es-MX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marker</a:t>
                      </a:r>
                      <a:endParaRPr lang="es-MX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Marcador de cruz / Marcador de equis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9633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 sz="1125" b="0" i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</a:t>
                      </a:r>
                      <a:endParaRPr lang="es-MX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Diamond marker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Marcador de diamante (o rombo)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01216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 sz="1125" b="0" i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</a:t>
                      </a:r>
                      <a:endParaRPr lang="es-MX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Hexagon marker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Marcador de hexágono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26818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 sz="1125" b="0" i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</a:t>
                      </a:r>
                      <a:endParaRPr lang="es-MX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Square marker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Marcador de cuadrado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05790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 sz="1125" b="0" i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+</a:t>
                      </a:r>
                      <a:endParaRPr lang="es-MX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Plus marker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Marcador de más (o suma)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4005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4183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FD863-766B-93E4-4568-CDECD1FC4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>
            <a:extLst>
              <a:ext uri="{FF2B5EF4-FFF2-40B4-BE49-F238E27FC236}">
                <a16:creationId xmlns:a16="http://schemas.microsoft.com/office/drawing/2014/main" id="{993BC3A2-EFBF-FF6F-DE3E-B6CD478F88B4}"/>
              </a:ext>
            </a:extLst>
          </p:cNvPr>
          <p:cNvSpPr txBox="1"/>
          <p:nvPr/>
        </p:nvSpPr>
        <p:spPr>
          <a:xfrm>
            <a:off x="1059024" y="4705751"/>
            <a:ext cx="4513394" cy="14773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/>
            <a:r>
              <a:rPr b="1" spc="-15" dirty="0" err="1">
                <a:latin typeface="Corbel"/>
                <a:cs typeface="Corbel"/>
              </a:rPr>
              <a:t>Ejemplos</a:t>
            </a:r>
            <a:r>
              <a:rPr lang="es-MX" b="1" spc="-15" dirty="0">
                <a:latin typeface="Corbel"/>
                <a:cs typeface="Corbel"/>
              </a:rPr>
              <a:t>:</a:t>
            </a:r>
          </a:p>
          <a:p>
            <a:pPr marL="9525"/>
            <a:endParaRPr lang="es-MX" b="1" spc="-15" dirty="0">
              <a:latin typeface="Corbel"/>
              <a:cs typeface="Corbel"/>
            </a:endParaRPr>
          </a:p>
          <a:p>
            <a:pPr marL="266700" indent="-257175">
              <a:buFont typeface="Arial" panose="020B0604020202020204" pitchFamily="34" charset="0"/>
              <a:buChar char="•"/>
            </a:pPr>
            <a:r>
              <a:rPr lang="es-ES" sz="1500" b="1" dirty="0">
                <a:latin typeface="Corbel"/>
                <a:cs typeface="Corbel"/>
              </a:rPr>
              <a:t>"</a:t>
            </a:r>
            <a:r>
              <a:rPr sz="1500" b="1" dirty="0">
                <a:latin typeface="Corbel"/>
                <a:cs typeface="Corbel"/>
              </a:rPr>
              <a:t>b.</a:t>
            </a:r>
            <a:r>
              <a:rPr lang="es-ES" sz="1500" b="1" dirty="0">
                <a:latin typeface="Corbel"/>
                <a:cs typeface="Corbel"/>
              </a:rPr>
              <a:t>"</a:t>
            </a:r>
            <a:r>
              <a:rPr sz="1500" spc="-8" dirty="0">
                <a:latin typeface="Corbel"/>
                <a:cs typeface="Corbel"/>
              </a:rPr>
              <a:t> </a:t>
            </a:r>
            <a:r>
              <a:rPr lang="es-MX" sz="1500" spc="-8" dirty="0">
                <a:latin typeface="Corbel"/>
                <a:cs typeface="Corbel"/>
              </a:rPr>
              <a:t>      P</a:t>
            </a:r>
            <a:r>
              <a:rPr sz="1500" dirty="0" err="1">
                <a:latin typeface="Corbel"/>
                <a:cs typeface="Corbel"/>
              </a:rPr>
              <a:t>un</a:t>
            </a:r>
            <a:r>
              <a:rPr sz="1500" spc="-11" dirty="0" err="1">
                <a:latin typeface="Corbel"/>
                <a:cs typeface="Corbel"/>
              </a:rPr>
              <a:t>t</a:t>
            </a:r>
            <a:r>
              <a:rPr sz="1500" dirty="0" err="1">
                <a:latin typeface="Corbel"/>
                <a:cs typeface="Corbel"/>
              </a:rPr>
              <a:t>os</a:t>
            </a:r>
            <a:r>
              <a:rPr sz="1500" dirty="0">
                <a:latin typeface="Corbel"/>
                <a:cs typeface="Corbel"/>
              </a:rPr>
              <a:t> de color</a:t>
            </a:r>
            <a:r>
              <a:rPr sz="1500" spc="-19" dirty="0">
                <a:latin typeface="Corbel"/>
                <a:cs typeface="Corbel"/>
              </a:rPr>
              <a:t> </a:t>
            </a:r>
            <a:r>
              <a:rPr sz="1500" dirty="0" err="1">
                <a:latin typeface="Corbel"/>
                <a:cs typeface="Corbel"/>
              </a:rPr>
              <a:t>az</a:t>
            </a:r>
            <a:r>
              <a:rPr lang="es-MX" sz="1500" dirty="0">
                <a:latin typeface="Corbel"/>
                <a:cs typeface="Corbel"/>
              </a:rPr>
              <a:t>ú</a:t>
            </a:r>
            <a:r>
              <a:rPr sz="1500" dirty="0">
                <a:latin typeface="Corbel"/>
                <a:cs typeface="Corbel"/>
              </a:rPr>
              <a:t>l</a:t>
            </a:r>
            <a:endParaRPr lang="es-MX" sz="1500" dirty="0">
              <a:latin typeface="Corbel"/>
              <a:cs typeface="Corbel"/>
            </a:endParaRPr>
          </a:p>
          <a:p>
            <a:pPr marL="266700" indent="-257175">
              <a:buFont typeface="Arial" panose="020B0604020202020204" pitchFamily="34" charset="0"/>
              <a:buChar char="•"/>
            </a:pPr>
            <a:r>
              <a:rPr lang="es-ES" sz="1500" b="1" dirty="0">
                <a:latin typeface="Corbel"/>
                <a:cs typeface="Corbel"/>
              </a:rPr>
              <a:t>"m</a:t>
            </a:r>
            <a:r>
              <a:rPr sz="1500" b="1" spc="-4" dirty="0">
                <a:latin typeface="Corbel"/>
                <a:cs typeface="Corbel"/>
              </a:rPr>
              <a:t>-</a:t>
            </a:r>
            <a:r>
              <a:rPr sz="1500" b="1" dirty="0">
                <a:latin typeface="Corbel"/>
                <a:cs typeface="Corbel"/>
              </a:rPr>
              <a:t>.</a:t>
            </a:r>
            <a:r>
              <a:rPr lang="es-ES" sz="1500" b="1" dirty="0">
                <a:latin typeface="Corbel"/>
                <a:cs typeface="Corbel"/>
              </a:rPr>
              <a:t>"</a:t>
            </a:r>
            <a:r>
              <a:rPr sz="1500" b="1" spc="-15" dirty="0">
                <a:latin typeface="Corbel"/>
                <a:cs typeface="Corbel"/>
              </a:rPr>
              <a:t> </a:t>
            </a:r>
            <a:r>
              <a:rPr lang="es-MX" sz="1500" b="1" spc="-15" dirty="0">
                <a:latin typeface="Corbel"/>
                <a:cs typeface="Corbel"/>
              </a:rPr>
              <a:t>   </a:t>
            </a:r>
            <a:r>
              <a:rPr lang="es-MX" sz="1500" spc="-15" dirty="0">
                <a:latin typeface="Corbel"/>
                <a:cs typeface="Corbel"/>
              </a:rPr>
              <a:t>R</a:t>
            </a:r>
            <a:r>
              <a:rPr sz="1500" dirty="0" err="1">
                <a:latin typeface="Corbel"/>
                <a:cs typeface="Corbel"/>
              </a:rPr>
              <a:t>aya</a:t>
            </a:r>
            <a:r>
              <a:rPr sz="1500" spc="-11" dirty="0">
                <a:latin typeface="Corbel"/>
                <a:cs typeface="Corbel"/>
              </a:rPr>
              <a:t> </a:t>
            </a:r>
            <a:r>
              <a:rPr sz="1500" dirty="0">
                <a:latin typeface="Corbel"/>
                <a:cs typeface="Corbel"/>
              </a:rPr>
              <a:t>y pun</a:t>
            </a:r>
            <a:r>
              <a:rPr sz="1500" spc="-8" dirty="0">
                <a:latin typeface="Corbel"/>
                <a:cs typeface="Corbel"/>
              </a:rPr>
              <a:t>t</a:t>
            </a:r>
            <a:r>
              <a:rPr sz="1500" dirty="0">
                <a:latin typeface="Corbel"/>
                <a:cs typeface="Corbel"/>
              </a:rPr>
              <a:t>os </a:t>
            </a:r>
            <a:r>
              <a:rPr sz="1500" dirty="0" err="1">
                <a:latin typeface="Corbel"/>
                <a:cs typeface="Corbel"/>
              </a:rPr>
              <a:t>a</a:t>
            </a:r>
            <a:r>
              <a:rPr sz="1500" spc="-8" dirty="0" err="1">
                <a:latin typeface="Corbel"/>
                <a:cs typeface="Corbel"/>
              </a:rPr>
              <a:t>l</a:t>
            </a:r>
            <a:r>
              <a:rPr sz="1500" dirty="0" err="1">
                <a:latin typeface="Corbel"/>
                <a:cs typeface="Corbel"/>
              </a:rPr>
              <a:t>terna</a:t>
            </a:r>
            <a:r>
              <a:rPr sz="1500" spc="-8" dirty="0" err="1">
                <a:latin typeface="Corbel"/>
                <a:cs typeface="Corbel"/>
              </a:rPr>
              <a:t>d</a:t>
            </a:r>
            <a:r>
              <a:rPr sz="1500" dirty="0" err="1">
                <a:latin typeface="Corbel"/>
                <a:cs typeface="Corbel"/>
              </a:rPr>
              <a:t>os</a:t>
            </a:r>
            <a:r>
              <a:rPr sz="1500" spc="11" dirty="0">
                <a:latin typeface="Corbel"/>
                <a:cs typeface="Corbel"/>
              </a:rPr>
              <a:t> </a:t>
            </a:r>
            <a:r>
              <a:rPr sz="1500" dirty="0">
                <a:latin typeface="Corbel"/>
                <a:cs typeface="Corbel"/>
              </a:rPr>
              <a:t>c</a:t>
            </a:r>
            <a:r>
              <a:rPr sz="1500" spc="4" dirty="0">
                <a:latin typeface="Corbel"/>
                <a:cs typeface="Corbel"/>
              </a:rPr>
              <a:t>o</a:t>
            </a:r>
            <a:r>
              <a:rPr sz="1500" dirty="0">
                <a:latin typeface="Corbel"/>
                <a:cs typeface="Corbel"/>
              </a:rPr>
              <a:t>lor</a:t>
            </a:r>
            <a:r>
              <a:rPr lang="es-ES" sz="1500" dirty="0">
                <a:latin typeface="Corbel"/>
                <a:cs typeface="Corbel"/>
              </a:rPr>
              <a:t> </a:t>
            </a:r>
            <a:r>
              <a:rPr sz="1500" spc="-11" dirty="0">
                <a:latin typeface="Corbel"/>
                <a:cs typeface="Corbel"/>
              </a:rPr>
              <a:t>magenta</a:t>
            </a:r>
            <a:endParaRPr lang="es-MX" sz="1500" spc="-11" dirty="0">
              <a:latin typeface="Corbel"/>
              <a:cs typeface="Corbel"/>
            </a:endParaRPr>
          </a:p>
          <a:p>
            <a:pPr marL="266700" indent="-257175">
              <a:buFont typeface="Arial" panose="020B0604020202020204" pitchFamily="34" charset="0"/>
              <a:buChar char="•"/>
            </a:pPr>
            <a:r>
              <a:rPr lang="es-ES" sz="1500" b="1" dirty="0">
                <a:latin typeface="Corbel"/>
                <a:cs typeface="Corbel"/>
              </a:rPr>
              <a:t>"</a:t>
            </a:r>
            <a:r>
              <a:rPr lang="es-ES" sz="1500" b="1" dirty="0" err="1">
                <a:latin typeface="Corbel"/>
                <a:cs typeface="Corbel"/>
              </a:rPr>
              <a:t>rp</a:t>
            </a:r>
            <a:r>
              <a:rPr lang="es-MX" sz="1500" b="1" spc="-4" dirty="0">
                <a:latin typeface="Corbel"/>
                <a:cs typeface="Corbel"/>
              </a:rPr>
              <a:t>--</a:t>
            </a:r>
            <a:r>
              <a:rPr lang="es-ES" sz="1500" b="1" dirty="0">
                <a:latin typeface="Corbel"/>
                <a:cs typeface="Corbel"/>
              </a:rPr>
              <a:t>"</a:t>
            </a:r>
            <a:r>
              <a:rPr sz="1500" b="1" spc="-19" dirty="0">
                <a:latin typeface="Corbel"/>
                <a:cs typeface="Corbel"/>
              </a:rPr>
              <a:t> </a:t>
            </a:r>
            <a:r>
              <a:rPr lang="es-MX" sz="1500" b="1" spc="-19" dirty="0">
                <a:latin typeface="Corbel"/>
                <a:cs typeface="Corbel"/>
              </a:rPr>
              <a:t>   </a:t>
            </a:r>
            <a:r>
              <a:rPr lang="es-MX" sz="1500" dirty="0">
                <a:latin typeface="Corbel"/>
                <a:cs typeface="Corbel"/>
              </a:rPr>
              <a:t>P</a:t>
            </a:r>
            <a:r>
              <a:rPr sz="1500" dirty="0" err="1">
                <a:latin typeface="Corbel"/>
                <a:cs typeface="Corbel"/>
              </a:rPr>
              <a:t>en</a:t>
            </a:r>
            <a:r>
              <a:rPr sz="1500" spc="-8" dirty="0" err="1">
                <a:latin typeface="Corbel"/>
                <a:cs typeface="Corbel"/>
              </a:rPr>
              <a:t>t</a:t>
            </a:r>
            <a:r>
              <a:rPr sz="1500" dirty="0" err="1">
                <a:latin typeface="Corbel"/>
                <a:cs typeface="Corbel"/>
              </a:rPr>
              <a:t>agramas</a:t>
            </a:r>
            <a:r>
              <a:rPr sz="1500" dirty="0">
                <a:latin typeface="Corbel"/>
                <a:cs typeface="Corbel"/>
              </a:rPr>
              <a:t> </a:t>
            </a:r>
            <a:r>
              <a:rPr lang="es-MX" sz="1500" dirty="0">
                <a:latin typeface="Corbel"/>
                <a:cs typeface="Corbel"/>
              </a:rPr>
              <a:t>c</a:t>
            </a:r>
            <a:r>
              <a:rPr sz="1500" dirty="0" err="1">
                <a:latin typeface="Corbel"/>
                <a:cs typeface="Corbel"/>
              </a:rPr>
              <a:t>olor</a:t>
            </a:r>
            <a:r>
              <a:rPr sz="1500" spc="-23" dirty="0">
                <a:latin typeface="Corbel"/>
                <a:cs typeface="Corbel"/>
              </a:rPr>
              <a:t> </a:t>
            </a:r>
            <a:r>
              <a:rPr sz="1500" dirty="0">
                <a:latin typeface="Corbel"/>
                <a:cs typeface="Corbel"/>
              </a:rPr>
              <a:t>rojo</a:t>
            </a:r>
            <a:r>
              <a:rPr lang="es-MX" sz="1500" dirty="0">
                <a:latin typeface="Corbel"/>
                <a:cs typeface="Corbel"/>
              </a:rPr>
              <a:t> unidos por</a:t>
            </a:r>
            <a:r>
              <a:rPr lang="es-MX" sz="1500" spc="-4" dirty="0">
                <a:latin typeface="Corbel"/>
                <a:cs typeface="Corbel"/>
              </a:rPr>
              <a:t> </a:t>
            </a:r>
            <a:r>
              <a:rPr sz="1500" dirty="0" err="1">
                <a:latin typeface="Corbel"/>
                <a:cs typeface="Corbel"/>
              </a:rPr>
              <a:t>rayas</a:t>
            </a:r>
            <a:endParaRPr lang="es-MX" sz="1500" dirty="0">
              <a:latin typeface="Corbel"/>
              <a:cs typeface="Corbel"/>
            </a:endParaRPr>
          </a:p>
          <a:p>
            <a:pPr marL="266700" indent="-257175">
              <a:buFont typeface="Arial" panose="020B0604020202020204" pitchFamily="34" charset="0"/>
              <a:buChar char="•"/>
            </a:pPr>
            <a:r>
              <a:rPr lang="es-MX" sz="1500" b="1" dirty="0">
                <a:latin typeface="Corbel"/>
                <a:cs typeface="Corbel"/>
              </a:rPr>
              <a:t>“b&gt;</a:t>
            </a:r>
            <a:r>
              <a:rPr lang="es-MX" sz="1500" b="1" spc="-4" dirty="0">
                <a:latin typeface="Corbel"/>
                <a:cs typeface="Corbel"/>
              </a:rPr>
              <a:t>-</a:t>
            </a:r>
            <a:r>
              <a:rPr lang="es-MX" sz="1500" b="1" dirty="0">
                <a:latin typeface="Corbel"/>
                <a:cs typeface="Corbel"/>
              </a:rPr>
              <a:t>"</a:t>
            </a:r>
            <a:r>
              <a:rPr lang="es-MX" sz="1500" b="1" spc="-19" dirty="0">
                <a:latin typeface="Corbel"/>
                <a:cs typeface="Corbel"/>
              </a:rPr>
              <a:t>    </a:t>
            </a:r>
            <a:r>
              <a:rPr lang="es-MX" sz="1500" dirty="0">
                <a:latin typeface="Corbel"/>
                <a:cs typeface="Corbel"/>
              </a:rPr>
              <a:t>Flechas color azul unidos por raya continua</a:t>
            </a:r>
            <a:endParaRPr sz="1500" dirty="0">
              <a:latin typeface="Corbel"/>
              <a:cs typeface="Corbel"/>
            </a:endParaRP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5B8C609F-C3E3-E596-7FDE-75768C19FD78}"/>
              </a:ext>
            </a:extLst>
          </p:cNvPr>
          <p:cNvSpPr/>
          <p:nvPr/>
        </p:nvSpPr>
        <p:spPr>
          <a:xfrm>
            <a:off x="1059024" y="3700120"/>
            <a:ext cx="3759326" cy="38176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 dirty="0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F4C2D6B6-0EF0-9A03-342C-074BDA126345}"/>
              </a:ext>
            </a:extLst>
          </p:cNvPr>
          <p:cNvSpPr txBox="1">
            <a:spLocks noChangeArrowheads="1"/>
          </p:cNvSpPr>
          <p:nvPr/>
        </p:nvSpPr>
        <p:spPr>
          <a:xfrm>
            <a:off x="755576" y="422539"/>
            <a:ext cx="7825680" cy="792088"/>
          </a:xfrm>
          <a:prstGeom prst="rect">
            <a:avLst/>
          </a:prstGeom>
        </p:spPr>
        <p:txBody>
          <a:bodyPr>
            <a:normAutofit fontScale="97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Estilos de línea</a:t>
            </a:r>
          </a:p>
        </p:txBody>
      </p:sp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AEF01618-86A9-934F-5EB0-1F11011E78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5461557"/>
              </p:ext>
            </p:extLst>
          </p:nvPr>
        </p:nvGraphicFramePr>
        <p:xfrm>
          <a:off x="1059024" y="1413585"/>
          <a:ext cx="7025952" cy="1879600"/>
        </p:xfrm>
        <a:graphic>
          <a:graphicData uri="http://schemas.openxmlformats.org/drawingml/2006/table">
            <a:tbl>
              <a:tblPr/>
              <a:tblGrid>
                <a:gridCol w="1447373">
                  <a:extLst>
                    <a:ext uri="{9D8B030D-6E8A-4147-A177-3AD203B41FA5}">
                      <a16:colId xmlns:a16="http://schemas.microsoft.com/office/drawing/2014/main" val="4155918529"/>
                    </a:ext>
                  </a:extLst>
                </a:gridCol>
                <a:gridCol w="2194203">
                  <a:extLst>
                    <a:ext uri="{9D8B030D-6E8A-4147-A177-3AD203B41FA5}">
                      <a16:colId xmlns:a16="http://schemas.microsoft.com/office/drawing/2014/main" val="2436029800"/>
                    </a:ext>
                  </a:extLst>
                </a:gridCol>
                <a:gridCol w="3384376">
                  <a:extLst>
                    <a:ext uri="{9D8B030D-6E8A-4147-A177-3AD203B41FA5}">
                      <a16:colId xmlns:a16="http://schemas.microsoft.com/office/drawing/2014/main" val="41831300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Carácter</a:t>
                      </a:r>
                      <a:endParaRPr lang="es-MX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Descripción original</a:t>
                      </a:r>
                      <a:endParaRPr lang="es-MX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Traducción al español</a:t>
                      </a:r>
                      <a:endParaRPr lang="es-MX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58444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 sz="1125" b="0" i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-</a:t>
                      </a:r>
                      <a:endParaRPr lang="es-MX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Solid line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Línea sólida (o continua)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93716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 sz="1125" b="0" i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--</a:t>
                      </a:r>
                      <a:endParaRPr lang="es-MX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Dashed</a:t>
                      </a:r>
                      <a:r>
                        <a:rPr lang="es-MX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line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Línea discontinua (o a trazos)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19835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 sz="1125" b="0" i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-.</a:t>
                      </a:r>
                      <a:endParaRPr lang="es-MX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Dash-</a:t>
                      </a:r>
                      <a:r>
                        <a:rPr lang="es-MX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dot</a:t>
                      </a:r>
                      <a:r>
                        <a:rPr lang="es-MX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line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Línea de trazo y punto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58848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 sz="1125" b="0" i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:</a:t>
                      </a:r>
                      <a:endParaRPr lang="es-MX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Dotted line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Línea punteada (o de puntos)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17318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60612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A1A26-8993-419B-32AB-777F55507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76909EC-09B9-DDE4-2174-D97FA306AA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71600" y="44624"/>
            <a:ext cx="7010400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Gráficas con dos líneas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CCC7562-2A65-7864-338D-BF9EE75D44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44" y="1124744"/>
            <a:ext cx="4743451" cy="2909483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C848B69-4073-2C39-5052-21D8CA7F6B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2092" y="3212976"/>
            <a:ext cx="4081164" cy="3360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5018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4">
            <a:extLst>
              <a:ext uri="{FF2B5EF4-FFF2-40B4-BE49-F238E27FC236}">
                <a16:creationId xmlns:a16="http://schemas.microsoft.com/office/drawing/2014/main" id="{4ACC8272-22AB-9EEA-C102-57557BF86DDE}"/>
              </a:ext>
            </a:extLst>
          </p:cNvPr>
          <p:cNvSpPr txBox="1"/>
          <p:nvPr/>
        </p:nvSpPr>
        <p:spPr>
          <a:xfrm>
            <a:off x="2432770" y="1736229"/>
            <a:ext cx="4132262" cy="33855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lang="es-MX" sz="2000" spc="-49" dirty="0">
                <a:solidFill>
                  <a:schemeClr val="accent3">
                    <a:lumMod val="75000"/>
                  </a:schemeClr>
                </a:solidFill>
                <a:latin typeface="Corbel"/>
                <a:cs typeface="Corbel"/>
              </a:rPr>
              <a:t># Tabla 1 x 3 y dibujaremos en la celda 1:</a:t>
            </a:r>
          </a:p>
          <a:p>
            <a:r>
              <a:rPr lang="es-MX" sz="2000" spc="-49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plt.</a:t>
            </a:r>
            <a:r>
              <a:rPr lang="es-MX" sz="2000" b="1" spc="-49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subplot</a:t>
            </a:r>
            <a:r>
              <a:rPr lang="es-MX" sz="2000" spc="-49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(1, 3, 1)</a:t>
            </a:r>
          </a:p>
          <a:p>
            <a:endParaRPr lang="es-MX" sz="2000" spc="-49" dirty="0">
              <a:solidFill>
                <a:schemeClr val="accent2">
                  <a:lumMod val="75000"/>
                </a:schemeClr>
              </a:solidFill>
              <a:latin typeface="Corbel"/>
              <a:cs typeface="Corbel"/>
            </a:endParaRPr>
          </a:p>
          <a:p>
            <a:r>
              <a:rPr lang="es-MX" sz="2000" spc="-49" dirty="0">
                <a:solidFill>
                  <a:schemeClr val="accent3">
                    <a:lumMod val="75000"/>
                  </a:schemeClr>
                </a:solidFill>
                <a:latin typeface="Corbel"/>
                <a:cs typeface="Corbel"/>
              </a:rPr>
              <a:t># Tabla 1 x 3 y dibujaremos en la celda 2:</a:t>
            </a:r>
          </a:p>
          <a:p>
            <a:r>
              <a:rPr lang="es-MX" sz="2000" spc="-49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plt.</a:t>
            </a:r>
            <a:r>
              <a:rPr lang="es-MX" sz="2000" b="1" spc="-49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subplot</a:t>
            </a:r>
            <a:r>
              <a:rPr lang="es-MX" sz="2000" spc="-49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(1, 3, 2)</a:t>
            </a:r>
          </a:p>
          <a:p>
            <a:endParaRPr lang="es-MX" sz="2000" spc="-49" dirty="0">
              <a:solidFill>
                <a:schemeClr val="accent2">
                  <a:lumMod val="75000"/>
                </a:schemeClr>
              </a:solidFill>
              <a:latin typeface="Corbel"/>
              <a:cs typeface="Corbel"/>
            </a:endParaRPr>
          </a:p>
          <a:p>
            <a:r>
              <a:rPr lang="es-MX" sz="2000" spc="-49" dirty="0">
                <a:solidFill>
                  <a:schemeClr val="accent3">
                    <a:lumMod val="75000"/>
                  </a:schemeClr>
                </a:solidFill>
                <a:latin typeface="Corbel"/>
                <a:cs typeface="Corbel"/>
              </a:rPr>
              <a:t># Tabla 1 x 3 y dibujaremos en la celda 3</a:t>
            </a:r>
          </a:p>
          <a:p>
            <a:r>
              <a:rPr lang="es-MX" sz="2000" spc="-49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plt.</a:t>
            </a:r>
            <a:r>
              <a:rPr lang="es-MX" sz="2000" b="1" spc="-49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subplot</a:t>
            </a:r>
            <a:r>
              <a:rPr lang="es-MX" sz="2000" spc="-49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(1, 3, 3)</a:t>
            </a:r>
          </a:p>
          <a:p>
            <a:endParaRPr lang="es-MX" sz="2000" spc="-49" dirty="0">
              <a:solidFill>
                <a:schemeClr val="accent2">
                  <a:lumMod val="75000"/>
                </a:schemeClr>
              </a:solidFill>
              <a:latin typeface="Corbel"/>
              <a:cs typeface="Corbel"/>
            </a:endParaRPr>
          </a:p>
          <a:p>
            <a:r>
              <a:rPr lang="es-MX" sz="2000" spc="-49" dirty="0">
                <a:solidFill>
                  <a:schemeClr val="accent3">
                    <a:lumMod val="75000"/>
                  </a:schemeClr>
                </a:solidFill>
                <a:latin typeface="Corbel"/>
                <a:cs typeface="Corbel"/>
              </a:rPr>
              <a:t># Dibujamos el conjunto:</a:t>
            </a:r>
          </a:p>
          <a:p>
            <a:r>
              <a:rPr lang="es-MX" sz="2000" spc="-49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plt.</a:t>
            </a:r>
            <a:r>
              <a:rPr lang="es-MX" sz="2000" b="1" spc="-49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subplot</a:t>
            </a:r>
            <a:r>
              <a:rPr lang="es-MX" sz="2000" spc="-49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(1, 3, 3)</a:t>
            </a:r>
            <a:endParaRPr sz="2400" dirty="0">
              <a:solidFill>
                <a:schemeClr val="accent2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487D7397-7469-7D2C-0905-F67923A8DF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87624" y="404664"/>
            <a:ext cx="7010400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Varias gráficas en un tablero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594EE-B044-18B3-5EDB-21812A911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29C8B882-49E1-147E-56CB-84745442DF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5816" y="1484784"/>
            <a:ext cx="6214016" cy="4457700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CC77D2E1-9A85-41C6-EF5D-DDEFEA17F9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87624" y="235874"/>
            <a:ext cx="7010400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Varias gráficas en un tablero</a:t>
            </a:r>
          </a:p>
        </p:txBody>
      </p:sp>
    </p:spTree>
    <p:extLst>
      <p:ext uri="{BB962C8B-B14F-4D97-AF65-F5344CB8AC3E}">
        <p14:creationId xmlns:p14="http://schemas.microsoft.com/office/powerpoint/2010/main" val="39571931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3688" y="907800"/>
            <a:ext cx="4743450" cy="381613"/>
          </a:xfrm>
          <a:prstGeom prst="rect">
            <a:avLst/>
          </a:prstGeom>
        </p:spPr>
        <p:txBody>
          <a:bodyPr vert="horz" wrap="square" lIns="0" tIns="57882" rIns="0" bIns="0" rtlCol="0" anchor="ctr">
            <a:spAutoFit/>
          </a:bodyPr>
          <a:lstStyle/>
          <a:p>
            <a:pPr marL="1427798" algn="l"/>
            <a:r>
              <a:rPr sz="2100" spc="-15" dirty="0"/>
              <a:t>Est</a:t>
            </a:r>
            <a:r>
              <a:rPr sz="2100" spc="-11" dirty="0"/>
              <a:t>e</a:t>
            </a:r>
            <a:r>
              <a:rPr sz="2100" spc="8" dirty="0"/>
              <a:t> </a:t>
            </a:r>
            <a:r>
              <a:rPr sz="2100" spc="-15" dirty="0"/>
              <a:t>serí</a:t>
            </a:r>
            <a:r>
              <a:rPr sz="2100" spc="-11" dirty="0"/>
              <a:t>a</a:t>
            </a:r>
            <a:r>
              <a:rPr sz="2100" spc="11" dirty="0"/>
              <a:t> </a:t>
            </a:r>
            <a:r>
              <a:rPr sz="2100" spc="-11" dirty="0"/>
              <a:t>el</a:t>
            </a:r>
            <a:r>
              <a:rPr sz="2100" spc="-4" dirty="0"/>
              <a:t> </a:t>
            </a:r>
            <a:r>
              <a:rPr sz="2100" spc="-11" dirty="0"/>
              <a:t>resultado:</a:t>
            </a:r>
            <a:endParaRPr sz="21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27B2B07-D2F4-FB87-8B13-238DFA74B6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671" y="1772816"/>
            <a:ext cx="8226658" cy="442272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CD036CD-3085-8CF8-046C-5178E92A5193}"/>
              </a:ext>
            </a:extLst>
          </p:cNvPr>
          <p:cNvSpPr txBox="1">
            <a:spLocks noChangeArrowheads="1"/>
          </p:cNvSpPr>
          <p:nvPr/>
        </p:nvSpPr>
        <p:spPr>
          <a:xfrm>
            <a:off x="971600" y="44624"/>
            <a:ext cx="7010400" cy="1143000"/>
          </a:xfrm>
          <a:prstGeom prst="rect">
            <a:avLst/>
          </a:prstGeom>
        </p:spPr>
        <p:txBody>
          <a:bodyPr vert="horz" lIns="0" tIns="0" rIns="0" bIns="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4800" b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Varias gráficas en un tablero</a:t>
            </a:r>
            <a:endParaRPr lang="es-ES_tradnl" sz="48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836033" y="1596281"/>
            <a:ext cx="7635383" cy="1342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 marR="307181" algn="just">
              <a:lnSpc>
                <a:spcPct val="150000"/>
              </a:lnSpc>
            </a:pPr>
            <a:r>
              <a:rPr sz="1500" b="1" spc="-68" dirty="0">
                <a:latin typeface="Arial"/>
                <a:cs typeface="Arial"/>
              </a:rPr>
              <a:t>T</a:t>
            </a:r>
            <a:r>
              <a:rPr sz="1500" b="1" dirty="0">
                <a:latin typeface="Arial"/>
                <a:cs typeface="Arial"/>
              </a:rPr>
              <a:t>i</a:t>
            </a:r>
            <a:r>
              <a:rPr sz="1500" b="1" spc="-8" dirty="0">
                <a:latin typeface="Arial"/>
                <a:cs typeface="Arial"/>
              </a:rPr>
              <a:t>p</a:t>
            </a:r>
            <a:r>
              <a:rPr sz="1500" b="1" dirty="0">
                <a:latin typeface="Arial"/>
                <a:cs typeface="Arial"/>
              </a:rPr>
              <a:t>o</a:t>
            </a:r>
            <a:r>
              <a:rPr sz="1500" b="1" spc="-19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de</a:t>
            </a:r>
            <a:r>
              <a:rPr sz="1500" b="1" spc="-11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cambio</a:t>
            </a:r>
            <a:r>
              <a:rPr sz="1500" b="1" spc="34" dirty="0">
                <a:latin typeface="Arial"/>
                <a:cs typeface="Arial"/>
              </a:rPr>
              <a:t> </a:t>
            </a:r>
            <a:r>
              <a:rPr sz="1500" spc="4" dirty="0">
                <a:latin typeface="Arial"/>
                <a:cs typeface="Arial"/>
              </a:rPr>
              <a:t>de</a:t>
            </a:r>
            <a:r>
              <a:rPr sz="1500" dirty="0">
                <a:latin typeface="Arial"/>
                <a:cs typeface="Arial"/>
              </a:rPr>
              <a:t>l</a:t>
            </a:r>
            <a:r>
              <a:rPr sz="1500" spc="38" dirty="0">
                <a:latin typeface="Arial"/>
                <a:cs typeface="Arial"/>
              </a:rPr>
              <a:t> </a:t>
            </a:r>
            <a:r>
              <a:rPr sz="1500" b="1" spc="11" dirty="0">
                <a:latin typeface="Arial"/>
                <a:cs typeface="Arial"/>
              </a:rPr>
              <a:t>dóla</a:t>
            </a:r>
            <a:r>
              <a:rPr sz="1500" b="1" dirty="0">
                <a:latin typeface="Arial"/>
                <a:cs typeface="Arial"/>
              </a:rPr>
              <a:t>r</a:t>
            </a:r>
            <a:r>
              <a:rPr sz="1500" b="1" spc="41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y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spc="-11" dirty="0">
                <a:latin typeface="Arial"/>
                <a:cs typeface="Arial"/>
              </a:rPr>
              <a:t>e</a:t>
            </a:r>
            <a:r>
              <a:rPr sz="1500" dirty="0">
                <a:latin typeface="Arial"/>
                <a:cs typeface="Arial"/>
              </a:rPr>
              <a:t>l</a:t>
            </a:r>
            <a:r>
              <a:rPr sz="1500" spc="-30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euro</a:t>
            </a:r>
            <a:r>
              <a:rPr sz="1500" b="1" spc="8" dirty="0">
                <a:latin typeface="Arial"/>
                <a:cs typeface="Arial"/>
              </a:rPr>
              <a:t> </a:t>
            </a:r>
            <a:r>
              <a:rPr sz="1500" spc="-4" dirty="0">
                <a:latin typeface="Arial"/>
                <a:cs typeface="Arial"/>
              </a:rPr>
              <a:t>d</a:t>
            </a:r>
            <a:r>
              <a:rPr sz="1500" dirty="0">
                <a:latin typeface="Arial"/>
                <a:cs typeface="Arial"/>
              </a:rPr>
              <a:t>e</a:t>
            </a:r>
            <a:r>
              <a:rPr sz="1500" spc="-19" dirty="0">
                <a:latin typeface="Arial"/>
                <a:cs typeface="Arial"/>
              </a:rPr>
              <a:t> </a:t>
            </a:r>
            <a:r>
              <a:rPr sz="1500" spc="-34" dirty="0">
                <a:latin typeface="Arial"/>
                <a:cs typeface="Arial"/>
              </a:rPr>
              <a:t>l</a:t>
            </a:r>
            <a:r>
              <a:rPr sz="1500" spc="-30" dirty="0">
                <a:latin typeface="Arial"/>
                <a:cs typeface="Arial"/>
              </a:rPr>
              <a:t>o</a:t>
            </a:r>
            <a:r>
              <a:rPr sz="1500" dirty="0">
                <a:latin typeface="Arial"/>
                <a:cs typeface="Arial"/>
              </a:rPr>
              <a:t>s</a:t>
            </a:r>
            <a:r>
              <a:rPr sz="1500" spc="-23" dirty="0">
                <a:latin typeface="Arial"/>
                <a:cs typeface="Arial"/>
              </a:rPr>
              <a:t> </a:t>
            </a:r>
            <a:r>
              <a:rPr sz="1500" spc="-71" dirty="0">
                <a:latin typeface="Arial"/>
                <a:cs typeface="Arial"/>
              </a:rPr>
              <a:t>m</a:t>
            </a:r>
            <a:r>
              <a:rPr sz="1500" spc="-75" dirty="0">
                <a:latin typeface="Arial"/>
                <a:cs typeface="Arial"/>
              </a:rPr>
              <a:t>ese</a:t>
            </a:r>
            <a:r>
              <a:rPr sz="1500" dirty="0">
                <a:latin typeface="Arial"/>
                <a:cs typeface="Arial"/>
              </a:rPr>
              <a:t>s </a:t>
            </a:r>
            <a:r>
              <a:rPr sz="1500" spc="-4" dirty="0">
                <a:latin typeface="Arial"/>
                <a:cs typeface="Arial"/>
              </a:rPr>
              <a:t>d</a:t>
            </a:r>
            <a:r>
              <a:rPr sz="1500" dirty="0">
                <a:latin typeface="Arial"/>
                <a:cs typeface="Arial"/>
              </a:rPr>
              <a:t>e</a:t>
            </a:r>
            <a:r>
              <a:rPr sz="1500" spc="-8" dirty="0">
                <a:latin typeface="Arial"/>
                <a:cs typeface="Arial"/>
              </a:rPr>
              <a:t> </a:t>
            </a:r>
            <a:r>
              <a:rPr lang="es-ES" sz="1500" b="1" spc="-8" dirty="0">
                <a:latin typeface="Arial"/>
                <a:cs typeface="Arial"/>
              </a:rPr>
              <a:t>Enero a Septiembre de 2026</a:t>
            </a:r>
            <a:endParaRPr sz="1500" b="1" dirty="0">
              <a:latin typeface="Arial"/>
              <a:cs typeface="Arial"/>
            </a:endParaRPr>
          </a:p>
          <a:p>
            <a:pPr marL="609600" marR="12383" indent="-257175" algn="just">
              <a:lnSpc>
                <a:spcPct val="150000"/>
              </a:lnSpc>
              <a:buFont typeface="Arial"/>
              <a:buChar char="•"/>
              <a:tabLst>
                <a:tab pos="609600" algn="l"/>
              </a:tabLst>
            </a:pPr>
            <a:r>
              <a:rPr sz="1500" spc="-86" dirty="0" err="1">
                <a:latin typeface="Arial"/>
                <a:cs typeface="Arial"/>
              </a:rPr>
              <a:t>C</a:t>
            </a:r>
            <a:r>
              <a:rPr sz="1500" spc="-79" dirty="0" err="1">
                <a:latin typeface="Arial"/>
                <a:cs typeface="Arial"/>
              </a:rPr>
              <a:t>r</a:t>
            </a:r>
            <a:r>
              <a:rPr sz="1500" spc="-86" dirty="0" err="1">
                <a:latin typeface="Arial"/>
                <a:cs typeface="Arial"/>
              </a:rPr>
              <a:t>e</a:t>
            </a:r>
            <a:r>
              <a:rPr sz="1500" dirty="0" err="1">
                <a:latin typeface="Arial"/>
                <a:cs typeface="Arial"/>
              </a:rPr>
              <a:t>a</a:t>
            </a:r>
            <a:r>
              <a:rPr sz="1500" dirty="0">
                <a:latin typeface="Arial"/>
                <a:cs typeface="Arial"/>
              </a:rPr>
              <a:t> </a:t>
            </a:r>
            <a:r>
              <a:rPr sz="1500" spc="-240" dirty="0">
                <a:latin typeface="Arial"/>
                <a:cs typeface="Arial"/>
              </a:rPr>
              <a:t> </a:t>
            </a:r>
            <a:r>
              <a:rPr sz="1500" spc="15" dirty="0">
                <a:latin typeface="Arial"/>
                <a:cs typeface="Arial"/>
              </a:rPr>
              <a:t>u</a:t>
            </a:r>
            <a:r>
              <a:rPr sz="1500" dirty="0">
                <a:latin typeface="Arial"/>
                <a:cs typeface="Arial"/>
              </a:rPr>
              <a:t>n </a:t>
            </a:r>
            <a:r>
              <a:rPr sz="1500" spc="-150" dirty="0">
                <a:latin typeface="Arial"/>
                <a:cs typeface="Arial"/>
              </a:rPr>
              <a:t> </a:t>
            </a:r>
            <a:r>
              <a:rPr sz="1500" spc="4" dirty="0">
                <a:latin typeface="Arial"/>
                <a:cs typeface="Arial"/>
              </a:rPr>
              <a:t>g</a:t>
            </a:r>
            <a:r>
              <a:rPr sz="1500" spc="8" dirty="0">
                <a:latin typeface="Arial"/>
                <a:cs typeface="Arial"/>
              </a:rPr>
              <a:t>r</a:t>
            </a:r>
            <a:r>
              <a:rPr sz="1500" spc="4" dirty="0">
                <a:latin typeface="Arial"/>
                <a:cs typeface="Arial"/>
              </a:rPr>
              <a:t>á</a:t>
            </a:r>
            <a:r>
              <a:rPr sz="1500" spc="8" dirty="0">
                <a:latin typeface="Arial"/>
                <a:cs typeface="Arial"/>
              </a:rPr>
              <a:t>f</a:t>
            </a:r>
            <a:r>
              <a:rPr sz="1500" dirty="0">
                <a:latin typeface="Arial"/>
                <a:cs typeface="Arial"/>
              </a:rPr>
              <a:t>i</a:t>
            </a:r>
            <a:r>
              <a:rPr sz="1500" spc="15" dirty="0">
                <a:latin typeface="Arial"/>
                <a:cs typeface="Arial"/>
              </a:rPr>
              <a:t>c</a:t>
            </a:r>
            <a:r>
              <a:rPr sz="1500" dirty="0">
                <a:latin typeface="Arial"/>
                <a:cs typeface="Arial"/>
              </a:rPr>
              <a:t>o </a:t>
            </a:r>
            <a:r>
              <a:rPr sz="1500" spc="-139" dirty="0">
                <a:latin typeface="Arial"/>
                <a:cs typeface="Arial"/>
              </a:rPr>
              <a:t> </a:t>
            </a:r>
            <a:r>
              <a:rPr sz="1500" spc="4" dirty="0">
                <a:latin typeface="Arial"/>
                <a:cs typeface="Arial"/>
              </a:rPr>
              <a:t>qu</a:t>
            </a:r>
            <a:r>
              <a:rPr sz="1500" dirty="0">
                <a:latin typeface="Arial"/>
                <a:cs typeface="Arial"/>
              </a:rPr>
              <a:t>e </a:t>
            </a:r>
            <a:r>
              <a:rPr sz="1500" spc="-158" dirty="0">
                <a:latin typeface="Arial"/>
                <a:cs typeface="Arial"/>
              </a:rPr>
              <a:t> </a:t>
            </a:r>
            <a:r>
              <a:rPr sz="1500" spc="-15" dirty="0">
                <a:latin typeface="Arial"/>
                <a:cs typeface="Arial"/>
              </a:rPr>
              <a:t>m</a:t>
            </a:r>
            <a:r>
              <a:rPr sz="1500" spc="-11" dirty="0">
                <a:latin typeface="Arial"/>
                <a:cs typeface="Arial"/>
              </a:rPr>
              <a:t>u</a:t>
            </a:r>
            <a:r>
              <a:rPr sz="1500" spc="-23" dirty="0">
                <a:latin typeface="Arial"/>
                <a:cs typeface="Arial"/>
              </a:rPr>
              <a:t>e</a:t>
            </a:r>
            <a:r>
              <a:rPr sz="1500" spc="-19" dirty="0">
                <a:latin typeface="Arial"/>
                <a:cs typeface="Arial"/>
              </a:rPr>
              <a:t>s</a:t>
            </a:r>
            <a:r>
              <a:rPr sz="1500" spc="-15" dirty="0">
                <a:latin typeface="Arial"/>
                <a:cs typeface="Arial"/>
              </a:rPr>
              <a:t>tr</a:t>
            </a:r>
            <a:r>
              <a:rPr sz="1500" dirty="0">
                <a:latin typeface="Arial"/>
                <a:cs typeface="Arial"/>
              </a:rPr>
              <a:t>e </a:t>
            </a:r>
            <a:r>
              <a:rPr sz="1500" spc="-176" dirty="0">
                <a:latin typeface="Arial"/>
                <a:cs typeface="Arial"/>
              </a:rPr>
              <a:t> </a:t>
            </a:r>
            <a:r>
              <a:rPr sz="1500" spc="-15" dirty="0">
                <a:latin typeface="Arial"/>
                <a:cs typeface="Arial"/>
              </a:rPr>
              <a:t>l</a:t>
            </a:r>
            <a:r>
              <a:rPr sz="1500" spc="-11" dirty="0">
                <a:latin typeface="Arial"/>
                <a:cs typeface="Arial"/>
              </a:rPr>
              <a:t>o</a:t>
            </a:r>
            <a:r>
              <a:rPr sz="1500" dirty="0">
                <a:latin typeface="Arial"/>
                <a:cs typeface="Arial"/>
              </a:rPr>
              <a:t>s </a:t>
            </a:r>
            <a:r>
              <a:rPr sz="1500" spc="-172" dirty="0">
                <a:latin typeface="Arial"/>
                <a:cs typeface="Arial"/>
              </a:rPr>
              <a:t> </a:t>
            </a:r>
            <a:r>
              <a:rPr sz="1500" b="1" spc="-11" dirty="0">
                <a:latin typeface="Arial"/>
                <a:cs typeface="Arial"/>
              </a:rPr>
              <a:t>do</a:t>
            </a:r>
            <a:r>
              <a:rPr sz="1500" b="1" dirty="0">
                <a:latin typeface="Arial"/>
                <a:cs typeface="Arial"/>
              </a:rPr>
              <a:t>s </a:t>
            </a:r>
            <a:r>
              <a:rPr sz="1500" b="1" spc="-176" dirty="0">
                <a:latin typeface="Arial"/>
                <a:cs typeface="Arial"/>
              </a:rPr>
              <a:t> </a:t>
            </a:r>
            <a:r>
              <a:rPr sz="1500" b="1" spc="26" dirty="0">
                <a:latin typeface="Arial"/>
                <a:cs typeface="Arial"/>
              </a:rPr>
              <a:t>t</a:t>
            </a:r>
            <a:r>
              <a:rPr sz="1500" b="1" spc="19" dirty="0">
                <a:latin typeface="Arial"/>
                <a:cs typeface="Arial"/>
              </a:rPr>
              <a:t>i</a:t>
            </a:r>
            <a:r>
              <a:rPr sz="1500" b="1" spc="23" dirty="0">
                <a:latin typeface="Arial"/>
                <a:cs typeface="Arial"/>
              </a:rPr>
              <a:t>po</a:t>
            </a:r>
            <a:r>
              <a:rPr sz="1500" b="1" dirty="0">
                <a:latin typeface="Arial"/>
                <a:cs typeface="Arial"/>
              </a:rPr>
              <a:t>s </a:t>
            </a:r>
            <a:r>
              <a:rPr sz="1500" b="1" spc="-4" dirty="0">
                <a:latin typeface="Arial"/>
                <a:cs typeface="Arial"/>
              </a:rPr>
              <a:t>d</a:t>
            </a:r>
            <a:r>
              <a:rPr sz="1500" b="1" dirty="0">
                <a:latin typeface="Arial"/>
                <a:cs typeface="Arial"/>
              </a:rPr>
              <a:t>e</a:t>
            </a:r>
            <a:r>
              <a:rPr sz="1500" b="1" spc="-8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cambio</a:t>
            </a:r>
            <a:r>
              <a:rPr sz="1500" b="1" spc="34" dirty="0">
                <a:latin typeface="Arial"/>
                <a:cs typeface="Arial"/>
              </a:rPr>
              <a:t> </a:t>
            </a:r>
            <a:r>
              <a:rPr sz="1500" spc="-30" dirty="0">
                <a:latin typeface="Arial"/>
                <a:cs typeface="Arial"/>
              </a:rPr>
              <a:t>e</a:t>
            </a:r>
            <a:r>
              <a:rPr sz="1500" dirty="0">
                <a:latin typeface="Arial"/>
                <a:cs typeface="Arial"/>
              </a:rPr>
              <a:t>n</a:t>
            </a:r>
            <a:r>
              <a:rPr sz="1500" spc="-45" dirty="0">
                <a:latin typeface="Arial"/>
                <a:cs typeface="Arial"/>
              </a:rPr>
              <a:t> </a:t>
            </a:r>
            <a:r>
              <a:rPr sz="1500" b="1" spc="-30" dirty="0">
                <a:latin typeface="Arial"/>
                <a:cs typeface="Arial"/>
              </a:rPr>
              <a:t>un</a:t>
            </a:r>
            <a:r>
              <a:rPr sz="1500" b="1" dirty="0">
                <a:latin typeface="Arial"/>
                <a:cs typeface="Arial"/>
              </a:rPr>
              <a:t>a</a:t>
            </a:r>
            <a:r>
              <a:rPr sz="1500" b="1" spc="-26" dirty="0">
                <a:latin typeface="Arial"/>
                <a:cs typeface="Arial"/>
              </a:rPr>
              <a:t> </a:t>
            </a:r>
            <a:r>
              <a:rPr sz="1500" b="1" spc="-38" dirty="0">
                <a:latin typeface="Arial"/>
                <a:cs typeface="Arial"/>
              </a:rPr>
              <a:t>s</a:t>
            </a:r>
            <a:r>
              <a:rPr sz="1500" b="1" spc="-41" dirty="0">
                <a:latin typeface="Arial"/>
                <a:cs typeface="Arial"/>
              </a:rPr>
              <a:t>ol</a:t>
            </a:r>
            <a:r>
              <a:rPr sz="1500" b="1" dirty="0">
                <a:latin typeface="Arial"/>
                <a:cs typeface="Arial"/>
              </a:rPr>
              <a:t>a</a:t>
            </a:r>
            <a:r>
              <a:rPr sz="1500" b="1" spc="19" dirty="0">
                <a:latin typeface="Arial"/>
                <a:cs typeface="Arial"/>
              </a:rPr>
              <a:t> </a:t>
            </a:r>
            <a:r>
              <a:rPr sz="1500" b="1" spc="-30" dirty="0">
                <a:latin typeface="Arial"/>
                <a:cs typeface="Arial"/>
              </a:rPr>
              <a:t>g</a:t>
            </a:r>
            <a:r>
              <a:rPr sz="1500" b="1" spc="-26" dirty="0">
                <a:latin typeface="Arial"/>
                <a:cs typeface="Arial"/>
              </a:rPr>
              <a:t>r</a:t>
            </a:r>
            <a:r>
              <a:rPr sz="1500" b="1" spc="-30" dirty="0">
                <a:latin typeface="Arial"/>
                <a:cs typeface="Arial"/>
              </a:rPr>
              <a:t>á</a:t>
            </a:r>
            <a:r>
              <a:rPr sz="1500" b="1" spc="-26" dirty="0">
                <a:latin typeface="Arial"/>
                <a:cs typeface="Arial"/>
              </a:rPr>
              <a:t>f</a:t>
            </a:r>
            <a:r>
              <a:rPr sz="1500" b="1" spc="-34" dirty="0">
                <a:latin typeface="Arial"/>
                <a:cs typeface="Arial"/>
              </a:rPr>
              <a:t>i</a:t>
            </a:r>
            <a:r>
              <a:rPr sz="1500" b="1" spc="-30" dirty="0">
                <a:latin typeface="Arial"/>
                <a:cs typeface="Arial"/>
              </a:rPr>
              <a:t>ca</a:t>
            </a:r>
            <a:r>
              <a:rPr sz="1500" dirty="0">
                <a:latin typeface="Arial"/>
                <a:cs typeface="Arial"/>
              </a:rPr>
              <a:t>.</a:t>
            </a:r>
          </a:p>
          <a:p>
            <a:pPr marL="609600" marR="3810" indent="-257175" algn="just">
              <a:lnSpc>
                <a:spcPct val="150000"/>
              </a:lnSpc>
              <a:buFont typeface="Arial"/>
              <a:buChar char="•"/>
              <a:tabLst>
                <a:tab pos="609600" algn="l"/>
              </a:tabLst>
            </a:pPr>
            <a:r>
              <a:rPr sz="1500" spc="-86" dirty="0" err="1">
                <a:latin typeface="Arial"/>
                <a:cs typeface="Arial"/>
              </a:rPr>
              <a:t>C</a:t>
            </a:r>
            <a:r>
              <a:rPr sz="1500" spc="-79" dirty="0" err="1">
                <a:latin typeface="Arial"/>
                <a:cs typeface="Arial"/>
              </a:rPr>
              <a:t>r</a:t>
            </a:r>
            <a:r>
              <a:rPr sz="1500" spc="-86" dirty="0" err="1">
                <a:latin typeface="Arial"/>
                <a:cs typeface="Arial"/>
              </a:rPr>
              <a:t>e</a:t>
            </a:r>
            <a:r>
              <a:rPr sz="1500" dirty="0" err="1">
                <a:latin typeface="Arial"/>
                <a:cs typeface="Arial"/>
              </a:rPr>
              <a:t>a</a:t>
            </a:r>
            <a:r>
              <a:rPr sz="1500" dirty="0">
                <a:latin typeface="Arial"/>
                <a:cs typeface="Arial"/>
              </a:rPr>
              <a:t> </a:t>
            </a:r>
            <a:r>
              <a:rPr sz="1500" spc="49" dirty="0" err="1">
                <a:latin typeface="Arial"/>
                <a:cs typeface="Arial"/>
              </a:rPr>
              <a:t>o</a:t>
            </a:r>
            <a:r>
              <a:rPr sz="1500" spc="45" dirty="0" err="1">
                <a:latin typeface="Arial"/>
                <a:cs typeface="Arial"/>
              </a:rPr>
              <a:t>t</a:t>
            </a:r>
            <a:r>
              <a:rPr sz="1500" spc="53" dirty="0" err="1">
                <a:latin typeface="Arial"/>
                <a:cs typeface="Arial"/>
              </a:rPr>
              <a:t>r</a:t>
            </a:r>
            <a:r>
              <a:rPr sz="1500" dirty="0" err="1">
                <a:latin typeface="Arial"/>
                <a:cs typeface="Arial"/>
              </a:rPr>
              <a:t>o</a:t>
            </a:r>
            <a:r>
              <a:rPr sz="1500" spc="217" dirty="0">
                <a:latin typeface="Arial"/>
                <a:cs typeface="Arial"/>
              </a:rPr>
              <a:t> </a:t>
            </a:r>
            <a:r>
              <a:rPr sz="1500" spc="4" dirty="0" err="1">
                <a:latin typeface="Arial"/>
                <a:cs typeface="Arial"/>
              </a:rPr>
              <a:t>g</a:t>
            </a:r>
            <a:r>
              <a:rPr sz="1500" spc="8" dirty="0" err="1">
                <a:latin typeface="Arial"/>
                <a:cs typeface="Arial"/>
              </a:rPr>
              <a:t>r</a:t>
            </a:r>
            <a:r>
              <a:rPr sz="1500" spc="4" dirty="0" err="1">
                <a:latin typeface="Arial"/>
                <a:cs typeface="Arial"/>
              </a:rPr>
              <a:t>á</a:t>
            </a:r>
            <a:r>
              <a:rPr sz="1500" spc="8" dirty="0" err="1">
                <a:latin typeface="Arial"/>
                <a:cs typeface="Arial"/>
              </a:rPr>
              <a:t>f</a:t>
            </a:r>
            <a:r>
              <a:rPr sz="1500" dirty="0" err="1">
                <a:latin typeface="Arial"/>
                <a:cs typeface="Arial"/>
              </a:rPr>
              <a:t>i</a:t>
            </a:r>
            <a:r>
              <a:rPr sz="1500" spc="15" dirty="0" err="1">
                <a:latin typeface="Arial"/>
                <a:cs typeface="Arial"/>
              </a:rPr>
              <a:t>c</a:t>
            </a:r>
            <a:r>
              <a:rPr sz="1500" dirty="0" err="1">
                <a:latin typeface="Arial"/>
                <a:cs typeface="Arial"/>
              </a:rPr>
              <a:t>o</a:t>
            </a:r>
            <a:r>
              <a:rPr lang="es-MX" sz="1500" spc="184" dirty="0">
                <a:latin typeface="Arial"/>
                <a:cs typeface="Arial"/>
              </a:rPr>
              <a:t> </a:t>
            </a:r>
            <a:r>
              <a:rPr sz="1500" spc="4" dirty="0">
                <a:latin typeface="Arial"/>
                <a:cs typeface="Arial"/>
              </a:rPr>
              <a:t>q</a:t>
            </a:r>
            <a:r>
              <a:rPr sz="1500" dirty="0">
                <a:latin typeface="Arial"/>
                <a:cs typeface="Arial"/>
              </a:rPr>
              <a:t>ue </a:t>
            </a:r>
            <a:r>
              <a:rPr sz="1500" spc="-8" dirty="0" err="1">
                <a:latin typeface="Arial"/>
                <a:cs typeface="Arial"/>
              </a:rPr>
              <a:t>m</a:t>
            </a:r>
            <a:r>
              <a:rPr sz="1500" spc="-11" dirty="0" err="1">
                <a:latin typeface="Arial"/>
                <a:cs typeface="Arial"/>
              </a:rPr>
              <a:t>u</a:t>
            </a:r>
            <a:r>
              <a:rPr sz="1500" spc="-23" dirty="0" err="1">
                <a:latin typeface="Arial"/>
                <a:cs typeface="Arial"/>
              </a:rPr>
              <a:t>e</a:t>
            </a:r>
            <a:r>
              <a:rPr sz="1500" spc="-19" dirty="0" err="1">
                <a:latin typeface="Arial"/>
                <a:cs typeface="Arial"/>
              </a:rPr>
              <a:t>s</a:t>
            </a:r>
            <a:r>
              <a:rPr sz="1500" spc="-15" dirty="0" err="1">
                <a:latin typeface="Arial"/>
                <a:cs typeface="Arial"/>
              </a:rPr>
              <a:t>tr</a:t>
            </a:r>
            <a:r>
              <a:rPr sz="1500" dirty="0" err="1">
                <a:latin typeface="Arial"/>
                <a:cs typeface="Arial"/>
              </a:rPr>
              <a:t>e</a:t>
            </a:r>
            <a:r>
              <a:rPr sz="1500" dirty="0">
                <a:latin typeface="Arial"/>
                <a:cs typeface="Arial"/>
              </a:rPr>
              <a:t> </a:t>
            </a:r>
            <a:r>
              <a:rPr sz="1500" b="1" spc="-11" dirty="0">
                <a:latin typeface="Arial"/>
                <a:cs typeface="Arial"/>
              </a:rPr>
              <a:t>d</a:t>
            </a:r>
            <a:r>
              <a:rPr sz="1500" b="1" dirty="0">
                <a:latin typeface="Arial"/>
                <a:cs typeface="Arial"/>
              </a:rPr>
              <a:t>os </a:t>
            </a:r>
            <a:r>
              <a:rPr sz="1500" b="1" spc="-38" dirty="0">
                <a:latin typeface="Arial"/>
                <a:cs typeface="Arial"/>
              </a:rPr>
              <a:t>s</a:t>
            </a:r>
            <a:r>
              <a:rPr sz="1500" b="1" spc="-30" dirty="0">
                <a:latin typeface="Arial"/>
                <a:cs typeface="Arial"/>
              </a:rPr>
              <a:t>u</a:t>
            </a:r>
            <a:r>
              <a:rPr sz="1500" b="1" spc="-41" dirty="0">
                <a:latin typeface="Arial"/>
                <a:cs typeface="Arial"/>
              </a:rPr>
              <a:t>bg</a:t>
            </a:r>
            <a:r>
              <a:rPr sz="1500" b="1" spc="-26" dirty="0">
                <a:latin typeface="Arial"/>
                <a:cs typeface="Arial"/>
              </a:rPr>
              <a:t>r</a:t>
            </a:r>
            <a:r>
              <a:rPr sz="1500" b="1" spc="-41" dirty="0">
                <a:latin typeface="Arial"/>
                <a:cs typeface="Arial"/>
              </a:rPr>
              <a:t>á</a:t>
            </a:r>
            <a:r>
              <a:rPr sz="1500" b="1" spc="-34" dirty="0">
                <a:latin typeface="Arial"/>
                <a:cs typeface="Arial"/>
              </a:rPr>
              <a:t>fi</a:t>
            </a:r>
            <a:r>
              <a:rPr sz="1500" b="1" spc="-38" dirty="0">
                <a:latin typeface="Arial"/>
                <a:cs typeface="Arial"/>
              </a:rPr>
              <a:t>c</a:t>
            </a:r>
            <a:r>
              <a:rPr sz="1500" b="1" spc="-30" dirty="0">
                <a:latin typeface="Arial"/>
                <a:cs typeface="Arial"/>
              </a:rPr>
              <a:t>as</a:t>
            </a:r>
            <a:r>
              <a:rPr sz="1500" dirty="0">
                <a:latin typeface="Arial"/>
                <a:cs typeface="Arial"/>
              </a:rPr>
              <a:t>,</a:t>
            </a:r>
            <a:r>
              <a:rPr sz="1500" spc="124" dirty="0">
                <a:latin typeface="Arial"/>
                <a:cs typeface="Arial"/>
              </a:rPr>
              <a:t> </a:t>
            </a:r>
            <a:r>
              <a:rPr sz="1500" spc="-19" dirty="0">
                <a:latin typeface="Arial"/>
                <a:cs typeface="Arial"/>
              </a:rPr>
              <a:t>un</a:t>
            </a:r>
            <a:r>
              <a:rPr sz="1500" dirty="0">
                <a:latin typeface="Arial"/>
                <a:cs typeface="Arial"/>
              </a:rPr>
              <a:t>a</a:t>
            </a:r>
            <a:r>
              <a:rPr sz="1500" spc="131" dirty="0">
                <a:latin typeface="Arial"/>
                <a:cs typeface="Arial"/>
              </a:rPr>
              <a:t> </a:t>
            </a:r>
            <a:r>
              <a:rPr sz="1500" spc="4" dirty="0">
                <a:latin typeface="Arial"/>
                <a:cs typeface="Arial"/>
              </a:rPr>
              <a:t>q</a:t>
            </a:r>
            <a:r>
              <a:rPr sz="1500" dirty="0">
                <a:latin typeface="Arial"/>
                <a:cs typeface="Arial"/>
              </a:rPr>
              <a:t>ue</a:t>
            </a:r>
            <a:r>
              <a:rPr sz="1500" spc="161" dirty="0">
                <a:latin typeface="Arial"/>
                <a:cs typeface="Arial"/>
              </a:rPr>
              <a:t> </a:t>
            </a:r>
            <a:r>
              <a:rPr sz="1500" spc="-11" dirty="0">
                <a:latin typeface="Arial"/>
                <a:cs typeface="Arial"/>
              </a:rPr>
              <a:t>co</a:t>
            </a:r>
            <a:r>
              <a:rPr sz="1500" dirty="0">
                <a:latin typeface="Arial"/>
                <a:cs typeface="Arial"/>
              </a:rPr>
              <a:t>r</a:t>
            </a:r>
            <a:r>
              <a:rPr sz="1500" spc="-11" dirty="0">
                <a:latin typeface="Arial"/>
                <a:cs typeface="Arial"/>
              </a:rPr>
              <a:t>re</a:t>
            </a:r>
            <a:r>
              <a:rPr sz="1500" dirty="0">
                <a:latin typeface="Arial"/>
                <a:cs typeface="Arial"/>
              </a:rPr>
              <a:t>s</a:t>
            </a:r>
            <a:r>
              <a:rPr sz="1500" spc="-11" dirty="0">
                <a:latin typeface="Arial"/>
                <a:cs typeface="Arial"/>
              </a:rPr>
              <a:t>p</a:t>
            </a:r>
            <a:r>
              <a:rPr sz="1500" dirty="0">
                <a:latin typeface="Arial"/>
                <a:cs typeface="Arial"/>
              </a:rPr>
              <a:t>on</a:t>
            </a:r>
            <a:r>
              <a:rPr sz="1500" spc="-8" dirty="0">
                <a:latin typeface="Arial"/>
                <a:cs typeface="Arial"/>
              </a:rPr>
              <a:t>d</a:t>
            </a:r>
            <a:r>
              <a:rPr sz="1500" dirty="0">
                <a:latin typeface="Arial"/>
                <a:cs typeface="Arial"/>
              </a:rPr>
              <a:t>a</a:t>
            </a:r>
            <a:r>
              <a:rPr sz="1500" spc="146" dirty="0">
                <a:latin typeface="Arial"/>
                <a:cs typeface="Arial"/>
              </a:rPr>
              <a:t> </a:t>
            </a:r>
            <a:r>
              <a:rPr sz="1500" spc="-23" dirty="0">
                <a:latin typeface="Arial"/>
                <a:cs typeface="Arial"/>
              </a:rPr>
              <a:t>a</a:t>
            </a:r>
            <a:r>
              <a:rPr sz="1500" dirty="0">
                <a:latin typeface="Arial"/>
                <a:cs typeface="Arial"/>
              </a:rPr>
              <a:t>l</a:t>
            </a:r>
            <a:r>
              <a:rPr sz="1500" spc="124" dirty="0">
                <a:latin typeface="Arial"/>
                <a:cs typeface="Arial"/>
              </a:rPr>
              <a:t> </a:t>
            </a:r>
            <a:r>
              <a:rPr sz="1500" b="1" spc="11" dirty="0">
                <a:latin typeface="Arial"/>
                <a:cs typeface="Arial"/>
              </a:rPr>
              <a:t>dóla</a:t>
            </a:r>
            <a:r>
              <a:rPr sz="1500" b="1" dirty="0">
                <a:latin typeface="Arial"/>
                <a:cs typeface="Arial"/>
              </a:rPr>
              <a:t>r</a:t>
            </a:r>
            <a:r>
              <a:rPr sz="1500" spc="184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y </a:t>
            </a:r>
            <a:r>
              <a:rPr sz="1500" spc="19" dirty="0">
                <a:latin typeface="Arial"/>
                <a:cs typeface="Arial"/>
              </a:rPr>
              <a:t>o</a:t>
            </a:r>
            <a:r>
              <a:rPr sz="1500" spc="26" dirty="0">
                <a:latin typeface="Arial"/>
                <a:cs typeface="Arial"/>
              </a:rPr>
              <a:t>tr</a:t>
            </a:r>
            <a:r>
              <a:rPr sz="1500" dirty="0">
                <a:latin typeface="Arial"/>
                <a:cs typeface="Arial"/>
              </a:rPr>
              <a:t>a</a:t>
            </a:r>
            <a:r>
              <a:rPr sz="1500" spc="23" dirty="0">
                <a:latin typeface="Arial"/>
                <a:cs typeface="Arial"/>
              </a:rPr>
              <a:t> </a:t>
            </a:r>
            <a:r>
              <a:rPr sz="1500" spc="-30" dirty="0">
                <a:latin typeface="Arial"/>
                <a:cs typeface="Arial"/>
              </a:rPr>
              <a:t>a</a:t>
            </a:r>
            <a:r>
              <a:rPr sz="1500" dirty="0">
                <a:latin typeface="Arial"/>
                <a:cs typeface="Arial"/>
              </a:rPr>
              <a:t>l</a:t>
            </a:r>
            <a:r>
              <a:rPr sz="1500" spc="-38" dirty="0">
                <a:latin typeface="Arial"/>
                <a:cs typeface="Arial"/>
              </a:rPr>
              <a:t> </a:t>
            </a:r>
            <a:r>
              <a:rPr sz="1500" b="1" spc="-34" dirty="0">
                <a:latin typeface="Arial"/>
                <a:cs typeface="Arial"/>
              </a:rPr>
              <a:t>eu</a:t>
            </a:r>
            <a:r>
              <a:rPr sz="1500" b="1" spc="-26" dirty="0">
                <a:latin typeface="Arial"/>
                <a:cs typeface="Arial"/>
              </a:rPr>
              <a:t>r</a:t>
            </a:r>
            <a:r>
              <a:rPr sz="1500" b="1" spc="-30" dirty="0">
                <a:latin typeface="Arial"/>
                <a:cs typeface="Arial"/>
              </a:rPr>
              <a:t>o</a:t>
            </a:r>
            <a:r>
              <a:rPr sz="1500" dirty="0">
                <a:latin typeface="Arial"/>
                <a:cs typeface="Arial"/>
              </a:rPr>
              <a:t>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BA0B139-C7E4-4F1F-A25F-814A0026FAA6}"/>
              </a:ext>
            </a:extLst>
          </p:cNvPr>
          <p:cNvSpPr txBox="1"/>
          <p:nvPr/>
        </p:nvSpPr>
        <p:spPr>
          <a:xfrm>
            <a:off x="453199" y="3429000"/>
            <a:ext cx="8401050" cy="854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650" dirty="0"/>
              <a:t>meses = ["Enero", "Febrero", "Marzo", "Abril", "Mayo", "Junio", "Julio", "Agosto", "Septiembre"]</a:t>
            </a:r>
          </a:p>
          <a:p>
            <a:r>
              <a:rPr lang="es-MX" sz="1650" dirty="0" err="1"/>
              <a:t>dolar</a:t>
            </a:r>
            <a:r>
              <a:rPr lang="es-MX" sz="1650" dirty="0"/>
              <a:t> = [20.45, 20.32, 19.94, 20.13, 19.49, 18.95, 18.81, 18.75, 18.36]</a:t>
            </a:r>
          </a:p>
          <a:p>
            <a:r>
              <a:rPr lang="es-MX" sz="1650" dirty="0"/>
              <a:t>euro =  [21.06, 21.32, 21.69, 22.73, 21.81, 21.87, 21.83, 21.95, 21.60]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E2C5EDB5-FA0A-F43D-241C-B6439C6F43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71600" y="224106"/>
            <a:ext cx="7010400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Varias gráficas en un tablero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18931" y="4978146"/>
            <a:ext cx="684276" cy="5943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15468" y="1035558"/>
            <a:ext cx="1089660" cy="9433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1704595"/>
            <a:ext cx="550164" cy="585215"/>
          </a:xfrm>
          <a:custGeom>
            <a:avLst/>
            <a:gdLst/>
            <a:ahLst/>
            <a:cxnLst/>
            <a:rect l="l" t="t" r="r" b="b"/>
            <a:pathLst>
              <a:path w="550164" h="585215">
                <a:moveTo>
                  <a:pt x="0" y="507832"/>
                </a:moveTo>
                <a:lnTo>
                  <a:pt x="44383" y="585215"/>
                </a:lnTo>
                <a:lnTo>
                  <a:pt x="382333" y="585215"/>
                </a:lnTo>
                <a:lnTo>
                  <a:pt x="550164" y="292607"/>
                </a:lnTo>
                <a:lnTo>
                  <a:pt x="382333" y="0"/>
                </a:lnTo>
                <a:lnTo>
                  <a:pt x="44383" y="0"/>
                </a:lnTo>
                <a:lnTo>
                  <a:pt x="0" y="77383"/>
                </a:lnTo>
              </a:path>
            </a:pathLst>
          </a:custGeom>
          <a:ln w="9144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02920" y="2018538"/>
            <a:ext cx="353567" cy="306324"/>
          </a:xfrm>
          <a:custGeom>
            <a:avLst/>
            <a:gdLst/>
            <a:ahLst/>
            <a:cxnLst/>
            <a:rect l="l" t="t" r="r" b="b"/>
            <a:pathLst>
              <a:path w="353568" h="306324">
                <a:moveTo>
                  <a:pt x="265722" y="0"/>
                </a:moveTo>
                <a:lnTo>
                  <a:pt x="87845" y="0"/>
                </a:lnTo>
                <a:lnTo>
                  <a:pt x="0" y="153162"/>
                </a:lnTo>
                <a:lnTo>
                  <a:pt x="87845" y="306324"/>
                </a:lnTo>
                <a:lnTo>
                  <a:pt x="265722" y="306324"/>
                </a:lnTo>
                <a:lnTo>
                  <a:pt x="353567" y="153162"/>
                </a:lnTo>
                <a:lnTo>
                  <a:pt x="265722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208533" y="857251"/>
            <a:ext cx="673607" cy="452627"/>
          </a:xfrm>
          <a:custGeom>
            <a:avLst/>
            <a:gdLst/>
            <a:ahLst/>
            <a:cxnLst/>
            <a:rect l="l" t="t" r="r" b="b"/>
            <a:pathLst>
              <a:path w="673607" h="452627">
                <a:moveTo>
                  <a:pt x="0" y="160781"/>
                </a:moveTo>
                <a:lnTo>
                  <a:pt x="167386" y="452627"/>
                </a:lnTo>
                <a:lnTo>
                  <a:pt x="506222" y="452627"/>
                </a:lnTo>
                <a:lnTo>
                  <a:pt x="673607" y="160781"/>
                </a:lnTo>
                <a:lnTo>
                  <a:pt x="581393" y="0"/>
                </a:lnTo>
              </a:path>
            </a:pathLst>
          </a:custGeom>
          <a:ln w="76200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08532" y="857251"/>
            <a:ext cx="92214" cy="160781"/>
          </a:xfrm>
          <a:custGeom>
            <a:avLst/>
            <a:gdLst/>
            <a:ahLst/>
            <a:cxnLst/>
            <a:rect l="l" t="t" r="r" b="b"/>
            <a:pathLst>
              <a:path w="92214" h="160781">
                <a:moveTo>
                  <a:pt x="92214" y="0"/>
                </a:moveTo>
                <a:lnTo>
                  <a:pt x="0" y="160781"/>
                </a:lnTo>
              </a:path>
            </a:pathLst>
          </a:custGeom>
          <a:ln w="76199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48411" y="907542"/>
            <a:ext cx="294132" cy="254508"/>
          </a:xfrm>
          <a:custGeom>
            <a:avLst/>
            <a:gdLst/>
            <a:ahLst/>
            <a:cxnLst/>
            <a:rect l="l" t="t" r="r" b="b"/>
            <a:pathLst>
              <a:path w="294131" h="254508">
                <a:moveTo>
                  <a:pt x="221145" y="0"/>
                </a:moveTo>
                <a:lnTo>
                  <a:pt x="72986" y="0"/>
                </a:lnTo>
                <a:lnTo>
                  <a:pt x="0" y="127254"/>
                </a:lnTo>
                <a:lnTo>
                  <a:pt x="72986" y="254508"/>
                </a:lnTo>
                <a:lnTo>
                  <a:pt x="221145" y="254508"/>
                </a:lnTo>
                <a:lnTo>
                  <a:pt x="294132" y="127254"/>
                </a:lnTo>
                <a:lnTo>
                  <a:pt x="221145" y="0"/>
                </a:lnTo>
                <a:close/>
              </a:path>
            </a:pathLst>
          </a:custGeom>
          <a:solidFill>
            <a:srgbClr val="00E0C5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763000" y="5578602"/>
            <a:ext cx="381000" cy="234696"/>
          </a:xfrm>
          <a:custGeom>
            <a:avLst/>
            <a:gdLst/>
            <a:ahLst/>
            <a:cxnLst/>
            <a:rect l="l" t="t" r="r" b="b"/>
            <a:pathLst>
              <a:path w="381000" h="234696">
                <a:moveTo>
                  <a:pt x="0" y="0"/>
                </a:moveTo>
                <a:lnTo>
                  <a:pt x="134620" y="234696"/>
                </a:lnTo>
                <a:lnTo>
                  <a:pt x="381000" y="234696"/>
                </a:lnTo>
              </a:path>
            </a:pathLst>
          </a:custGeom>
          <a:ln w="9144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763000" y="5343906"/>
            <a:ext cx="381000" cy="234695"/>
          </a:xfrm>
          <a:custGeom>
            <a:avLst/>
            <a:gdLst/>
            <a:ahLst/>
            <a:cxnLst/>
            <a:rect l="l" t="t" r="r" b="b"/>
            <a:pathLst>
              <a:path w="381000" h="234696">
                <a:moveTo>
                  <a:pt x="381000" y="0"/>
                </a:moveTo>
                <a:lnTo>
                  <a:pt x="134620" y="0"/>
                </a:lnTo>
                <a:lnTo>
                  <a:pt x="0" y="234696"/>
                </a:lnTo>
              </a:path>
            </a:pathLst>
          </a:custGeom>
          <a:ln w="9144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523731" y="5598414"/>
            <a:ext cx="283464" cy="245364"/>
          </a:xfrm>
          <a:custGeom>
            <a:avLst/>
            <a:gdLst/>
            <a:ahLst/>
            <a:cxnLst/>
            <a:rect l="l" t="t" r="r" b="b"/>
            <a:pathLst>
              <a:path w="283464" h="245363">
                <a:moveTo>
                  <a:pt x="213106" y="0"/>
                </a:moveTo>
                <a:lnTo>
                  <a:pt x="70358" y="0"/>
                </a:lnTo>
                <a:lnTo>
                  <a:pt x="0" y="122682"/>
                </a:lnTo>
                <a:lnTo>
                  <a:pt x="70358" y="245364"/>
                </a:lnTo>
                <a:lnTo>
                  <a:pt x="213106" y="245364"/>
                </a:lnTo>
                <a:lnTo>
                  <a:pt x="283464" y="122682"/>
                </a:lnTo>
                <a:lnTo>
                  <a:pt x="213106" y="0"/>
                </a:lnTo>
                <a:close/>
              </a:path>
            </a:pathLst>
          </a:custGeom>
          <a:solidFill>
            <a:srgbClr val="3192E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322565" y="4485894"/>
            <a:ext cx="542543" cy="469392"/>
          </a:xfrm>
          <a:custGeom>
            <a:avLst/>
            <a:gdLst/>
            <a:ahLst/>
            <a:cxnLst/>
            <a:rect l="l" t="t" r="r" b="b"/>
            <a:pathLst>
              <a:path w="542543" h="469392">
                <a:moveTo>
                  <a:pt x="407924" y="0"/>
                </a:moveTo>
                <a:lnTo>
                  <a:pt x="134619" y="0"/>
                </a:lnTo>
                <a:lnTo>
                  <a:pt x="0" y="234695"/>
                </a:lnTo>
                <a:lnTo>
                  <a:pt x="134619" y="469391"/>
                </a:lnTo>
                <a:lnTo>
                  <a:pt x="407924" y="469391"/>
                </a:lnTo>
                <a:lnTo>
                  <a:pt x="542543" y="234695"/>
                </a:lnTo>
                <a:lnTo>
                  <a:pt x="407924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763761" y="4867655"/>
            <a:ext cx="237744" cy="205740"/>
          </a:xfrm>
          <a:custGeom>
            <a:avLst/>
            <a:gdLst/>
            <a:ahLst/>
            <a:cxnLst/>
            <a:rect l="l" t="t" r="r" b="b"/>
            <a:pathLst>
              <a:path w="237744" h="205739">
                <a:moveTo>
                  <a:pt x="0" y="102870"/>
                </a:moveTo>
                <a:lnTo>
                  <a:pt x="59055" y="205740"/>
                </a:lnTo>
                <a:lnTo>
                  <a:pt x="178689" y="205740"/>
                </a:lnTo>
                <a:lnTo>
                  <a:pt x="237744" y="102870"/>
                </a:lnTo>
                <a:lnTo>
                  <a:pt x="178689" y="0"/>
                </a:lnTo>
                <a:lnTo>
                  <a:pt x="59055" y="0"/>
                </a:lnTo>
                <a:lnTo>
                  <a:pt x="0" y="102870"/>
                </a:lnTo>
                <a:close/>
              </a:path>
            </a:pathLst>
          </a:custGeom>
          <a:ln w="19811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09827" y="1533905"/>
            <a:ext cx="2142744" cy="18562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232150" y="1996821"/>
            <a:ext cx="3932138" cy="128333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8000" b="1" dirty="0">
                <a:solidFill>
                  <a:srgbClr val="002060"/>
                </a:solidFill>
                <a:latin typeface="Calibri"/>
                <a:cs typeface="Calibri"/>
              </a:rPr>
              <a:t>Gracias</a:t>
            </a:r>
          </a:p>
        </p:txBody>
      </p:sp>
      <p:sp>
        <p:nvSpPr>
          <p:cNvPr id="16" name="object 16"/>
          <p:cNvSpPr/>
          <p:nvPr/>
        </p:nvSpPr>
        <p:spPr>
          <a:xfrm>
            <a:off x="1591055" y="2070353"/>
            <a:ext cx="780288" cy="778764"/>
          </a:xfrm>
          <a:custGeom>
            <a:avLst/>
            <a:gdLst/>
            <a:ahLst/>
            <a:cxnLst/>
            <a:rect l="l" t="t" r="r" b="b"/>
            <a:pathLst>
              <a:path w="780288" h="778764">
                <a:moveTo>
                  <a:pt x="410082" y="0"/>
                </a:moveTo>
                <a:lnTo>
                  <a:pt x="370205" y="0"/>
                </a:lnTo>
                <a:lnTo>
                  <a:pt x="311657" y="7493"/>
                </a:lnTo>
                <a:lnTo>
                  <a:pt x="274193" y="17525"/>
                </a:lnTo>
                <a:lnTo>
                  <a:pt x="255524" y="23622"/>
                </a:lnTo>
                <a:lnTo>
                  <a:pt x="220599" y="38608"/>
                </a:lnTo>
                <a:lnTo>
                  <a:pt x="204469" y="47371"/>
                </a:lnTo>
                <a:lnTo>
                  <a:pt x="188213" y="56007"/>
                </a:lnTo>
                <a:lnTo>
                  <a:pt x="142112" y="88392"/>
                </a:lnTo>
                <a:lnTo>
                  <a:pt x="100964" y="128143"/>
                </a:lnTo>
                <a:lnTo>
                  <a:pt x="66039" y="171704"/>
                </a:lnTo>
                <a:lnTo>
                  <a:pt x="38735" y="220218"/>
                </a:lnTo>
                <a:lnTo>
                  <a:pt x="17399" y="273685"/>
                </a:lnTo>
                <a:lnTo>
                  <a:pt x="7493" y="311023"/>
                </a:lnTo>
                <a:lnTo>
                  <a:pt x="2540" y="349631"/>
                </a:lnTo>
                <a:lnTo>
                  <a:pt x="0" y="369570"/>
                </a:lnTo>
                <a:lnTo>
                  <a:pt x="0" y="409321"/>
                </a:lnTo>
                <a:lnTo>
                  <a:pt x="2540" y="429260"/>
                </a:lnTo>
                <a:lnTo>
                  <a:pt x="4953" y="449072"/>
                </a:lnTo>
                <a:lnTo>
                  <a:pt x="17399" y="505079"/>
                </a:lnTo>
                <a:lnTo>
                  <a:pt x="38735" y="558546"/>
                </a:lnTo>
                <a:lnTo>
                  <a:pt x="66039" y="607060"/>
                </a:lnTo>
                <a:lnTo>
                  <a:pt x="100964" y="650621"/>
                </a:lnTo>
                <a:lnTo>
                  <a:pt x="128396" y="677926"/>
                </a:lnTo>
                <a:lnTo>
                  <a:pt x="172085" y="712851"/>
                </a:lnTo>
                <a:lnTo>
                  <a:pt x="220599" y="740156"/>
                </a:lnTo>
                <a:lnTo>
                  <a:pt x="274193" y="761365"/>
                </a:lnTo>
                <a:lnTo>
                  <a:pt x="311657" y="771271"/>
                </a:lnTo>
                <a:lnTo>
                  <a:pt x="370205" y="778764"/>
                </a:lnTo>
                <a:lnTo>
                  <a:pt x="410082" y="778764"/>
                </a:lnTo>
                <a:lnTo>
                  <a:pt x="449961" y="773811"/>
                </a:lnTo>
                <a:lnTo>
                  <a:pt x="506094" y="761365"/>
                </a:lnTo>
                <a:lnTo>
                  <a:pt x="559562" y="740156"/>
                </a:lnTo>
                <a:lnTo>
                  <a:pt x="608202" y="712851"/>
                </a:lnTo>
                <a:lnTo>
                  <a:pt x="651891" y="677926"/>
                </a:lnTo>
                <a:lnTo>
                  <a:pt x="679323" y="650621"/>
                </a:lnTo>
                <a:lnTo>
                  <a:pt x="682664" y="646938"/>
                </a:lnTo>
                <a:lnTo>
                  <a:pt x="390144" y="646938"/>
                </a:lnTo>
                <a:lnTo>
                  <a:pt x="361442" y="645668"/>
                </a:lnTo>
                <a:lnTo>
                  <a:pt x="306705" y="634492"/>
                </a:lnTo>
                <a:lnTo>
                  <a:pt x="254254" y="613283"/>
                </a:lnTo>
                <a:lnTo>
                  <a:pt x="206882" y="582168"/>
                </a:lnTo>
                <a:lnTo>
                  <a:pt x="183261" y="558546"/>
                </a:lnTo>
                <a:lnTo>
                  <a:pt x="180720" y="554863"/>
                </a:lnTo>
                <a:lnTo>
                  <a:pt x="179450" y="549910"/>
                </a:lnTo>
                <a:lnTo>
                  <a:pt x="178307" y="544830"/>
                </a:lnTo>
                <a:lnTo>
                  <a:pt x="179450" y="541147"/>
                </a:lnTo>
                <a:lnTo>
                  <a:pt x="180720" y="536194"/>
                </a:lnTo>
                <a:lnTo>
                  <a:pt x="203200" y="520065"/>
                </a:lnTo>
                <a:lnTo>
                  <a:pt x="757766" y="520065"/>
                </a:lnTo>
                <a:lnTo>
                  <a:pt x="762762" y="505079"/>
                </a:lnTo>
                <a:lnTo>
                  <a:pt x="767842" y="486410"/>
                </a:lnTo>
                <a:lnTo>
                  <a:pt x="772794" y="467741"/>
                </a:lnTo>
                <a:lnTo>
                  <a:pt x="775335" y="449072"/>
                </a:lnTo>
                <a:lnTo>
                  <a:pt x="775938" y="444119"/>
                </a:lnTo>
                <a:lnTo>
                  <a:pt x="230631" y="444119"/>
                </a:lnTo>
                <a:lnTo>
                  <a:pt x="221869" y="442849"/>
                </a:lnTo>
                <a:lnTo>
                  <a:pt x="189483" y="414274"/>
                </a:lnTo>
                <a:lnTo>
                  <a:pt x="185800" y="395605"/>
                </a:lnTo>
                <a:lnTo>
                  <a:pt x="186944" y="385699"/>
                </a:lnTo>
                <a:lnTo>
                  <a:pt x="213106" y="350774"/>
                </a:lnTo>
                <a:lnTo>
                  <a:pt x="230631" y="347091"/>
                </a:lnTo>
                <a:lnTo>
                  <a:pt x="777440" y="347091"/>
                </a:lnTo>
                <a:lnTo>
                  <a:pt x="775335" y="329692"/>
                </a:lnTo>
                <a:lnTo>
                  <a:pt x="762762" y="273685"/>
                </a:lnTo>
                <a:lnTo>
                  <a:pt x="741552" y="220218"/>
                </a:lnTo>
                <a:lnTo>
                  <a:pt x="714248" y="171704"/>
                </a:lnTo>
                <a:lnTo>
                  <a:pt x="679323" y="128143"/>
                </a:lnTo>
                <a:lnTo>
                  <a:pt x="651891" y="100837"/>
                </a:lnTo>
                <a:lnTo>
                  <a:pt x="608202" y="65912"/>
                </a:lnTo>
                <a:lnTo>
                  <a:pt x="559562" y="38608"/>
                </a:lnTo>
                <a:lnTo>
                  <a:pt x="506094" y="17525"/>
                </a:lnTo>
                <a:lnTo>
                  <a:pt x="468630" y="7493"/>
                </a:lnTo>
                <a:lnTo>
                  <a:pt x="410082" y="0"/>
                </a:lnTo>
                <a:close/>
              </a:path>
              <a:path w="780288" h="778764">
                <a:moveTo>
                  <a:pt x="757766" y="520065"/>
                </a:moveTo>
                <a:lnTo>
                  <a:pt x="577088" y="520065"/>
                </a:lnTo>
                <a:lnTo>
                  <a:pt x="582041" y="521208"/>
                </a:lnTo>
                <a:lnTo>
                  <a:pt x="585851" y="522478"/>
                </a:lnTo>
                <a:lnTo>
                  <a:pt x="600710" y="541147"/>
                </a:lnTo>
                <a:lnTo>
                  <a:pt x="601980" y="544830"/>
                </a:lnTo>
                <a:lnTo>
                  <a:pt x="600710" y="549910"/>
                </a:lnTo>
                <a:lnTo>
                  <a:pt x="599567" y="554863"/>
                </a:lnTo>
                <a:lnTo>
                  <a:pt x="597026" y="558546"/>
                </a:lnTo>
                <a:lnTo>
                  <a:pt x="550926" y="599694"/>
                </a:lnTo>
                <a:lnTo>
                  <a:pt x="501142" y="625729"/>
                </a:lnTo>
                <a:lnTo>
                  <a:pt x="447420" y="641858"/>
                </a:lnTo>
                <a:lnTo>
                  <a:pt x="390144" y="646938"/>
                </a:lnTo>
                <a:lnTo>
                  <a:pt x="682664" y="646938"/>
                </a:lnTo>
                <a:lnTo>
                  <a:pt x="714248" y="607060"/>
                </a:lnTo>
                <a:lnTo>
                  <a:pt x="741552" y="558546"/>
                </a:lnTo>
                <a:lnTo>
                  <a:pt x="756538" y="523748"/>
                </a:lnTo>
                <a:lnTo>
                  <a:pt x="757766" y="520065"/>
                </a:lnTo>
                <a:close/>
              </a:path>
              <a:path w="780288" h="778764">
                <a:moveTo>
                  <a:pt x="577088" y="520065"/>
                </a:moveTo>
                <a:lnTo>
                  <a:pt x="203200" y="520065"/>
                </a:lnTo>
                <a:lnTo>
                  <a:pt x="208152" y="521208"/>
                </a:lnTo>
                <a:lnTo>
                  <a:pt x="213106" y="522478"/>
                </a:lnTo>
                <a:lnTo>
                  <a:pt x="216916" y="525018"/>
                </a:lnTo>
                <a:lnTo>
                  <a:pt x="220599" y="527431"/>
                </a:lnTo>
                <a:lnTo>
                  <a:pt x="239394" y="543687"/>
                </a:lnTo>
                <a:lnTo>
                  <a:pt x="278002" y="569849"/>
                </a:lnTo>
                <a:lnTo>
                  <a:pt x="320294" y="587248"/>
                </a:lnTo>
                <a:lnTo>
                  <a:pt x="366521" y="595884"/>
                </a:lnTo>
                <a:lnTo>
                  <a:pt x="390144" y="597154"/>
                </a:lnTo>
                <a:lnTo>
                  <a:pt x="413766" y="595884"/>
                </a:lnTo>
                <a:lnTo>
                  <a:pt x="459994" y="587248"/>
                </a:lnTo>
                <a:lnTo>
                  <a:pt x="502285" y="569849"/>
                </a:lnTo>
                <a:lnTo>
                  <a:pt x="540893" y="543687"/>
                </a:lnTo>
                <a:lnTo>
                  <a:pt x="559562" y="527431"/>
                </a:lnTo>
                <a:lnTo>
                  <a:pt x="563371" y="525018"/>
                </a:lnTo>
                <a:lnTo>
                  <a:pt x="567182" y="522478"/>
                </a:lnTo>
                <a:lnTo>
                  <a:pt x="572135" y="521208"/>
                </a:lnTo>
                <a:lnTo>
                  <a:pt x="577088" y="520065"/>
                </a:lnTo>
                <a:close/>
              </a:path>
              <a:path w="780288" h="778764">
                <a:moveTo>
                  <a:pt x="549656" y="347091"/>
                </a:moveTo>
                <a:lnTo>
                  <a:pt x="230631" y="347091"/>
                </a:lnTo>
                <a:lnTo>
                  <a:pt x="239394" y="348361"/>
                </a:lnTo>
                <a:lnTo>
                  <a:pt x="248031" y="350774"/>
                </a:lnTo>
                <a:lnTo>
                  <a:pt x="255524" y="355854"/>
                </a:lnTo>
                <a:lnTo>
                  <a:pt x="263017" y="360807"/>
                </a:lnTo>
                <a:lnTo>
                  <a:pt x="267969" y="368300"/>
                </a:lnTo>
                <a:lnTo>
                  <a:pt x="271780" y="376936"/>
                </a:lnTo>
                <a:lnTo>
                  <a:pt x="274193" y="385699"/>
                </a:lnTo>
                <a:lnTo>
                  <a:pt x="275463" y="395605"/>
                </a:lnTo>
                <a:lnTo>
                  <a:pt x="274193" y="405638"/>
                </a:lnTo>
                <a:lnTo>
                  <a:pt x="248031" y="440436"/>
                </a:lnTo>
                <a:lnTo>
                  <a:pt x="230631" y="444119"/>
                </a:lnTo>
                <a:lnTo>
                  <a:pt x="549656" y="444119"/>
                </a:lnTo>
                <a:lnTo>
                  <a:pt x="512318" y="423037"/>
                </a:lnTo>
                <a:lnTo>
                  <a:pt x="504825" y="395605"/>
                </a:lnTo>
                <a:lnTo>
                  <a:pt x="506094" y="385699"/>
                </a:lnTo>
                <a:lnTo>
                  <a:pt x="508507" y="376936"/>
                </a:lnTo>
                <a:lnTo>
                  <a:pt x="512318" y="368300"/>
                </a:lnTo>
                <a:lnTo>
                  <a:pt x="517270" y="360807"/>
                </a:lnTo>
                <a:lnTo>
                  <a:pt x="524763" y="355854"/>
                </a:lnTo>
                <a:lnTo>
                  <a:pt x="532257" y="350774"/>
                </a:lnTo>
                <a:lnTo>
                  <a:pt x="540893" y="348361"/>
                </a:lnTo>
                <a:lnTo>
                  <a:pt x="549656" y="347091"/>
                </a:lnTo>
                <a:close/>
              </a:path>
              <a:path w="780288" h="778764">
                <a:moveTo>
                  <a:pt x="777440" y="347091"/>
                </a:moveTo>
                <a:lnTo>
                  <a:pt x="549656" y="347091"/>
                </a:lnTo>
                <a:lnTo>
                  <a:pt x="558419" y="348361"/>
                </a:lnTo>
                <a:lnTo>
                  <a:pt x="567182" y="350774"/>
                </a:lnTo>
                <a:lnTo>
                  <a:pt x="593344" y="385699"/>
                </a:lnTo>
                <a:lnTo>
                  <a:pt x="594487" y="395605"/>
                </a:lnTo>
                <a:lnTo>
                  <a:pt x="593344" y="405638"/>
                </a:lnTo>
                <a:lnTo>
                  <a:pt x="567182" y="440436"/>
                </a:lnTo>
                <a:lnTo>
                  <a:pt x="549656" y="444119"/>
                </a:lnTo>
                <a:lnTo>
                  <a:pt x="775938" y="444119"/>
                </a:lnTo>
                <a:lnTo>
                  <a:pt x="777748" y="429260"/>
                </a:lnTo>
                <a:lnTo>
                  <a:pt x="780288" y="409321"/>
                </a:lnTo>
                <a:lnTo>
                  <a:pt x="780288" y="369570"/>
                </a:lnTo>
                <a:lnTo>
                  <a:pt x="777748" y="349631"/>
                </a:lnTo>
                <a:lnTo>
                  <a:pt x="777440" y="3470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6168</TotalTime>
  <Words>832</Words>
  <Application>Microsoft Office PowerPoint</Application>
  <PresentationFormat>Presentación en pantalla (4:3)</PresentationFormat>
  <Paragraphs>151</Paragraphs>
  <Slides>27</Slides>
  <Notes>25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4" baseType="lpstr">
      <vt:lpstr>Arial</vt:lpstr>
      <vt:lpstr>Calibri</vt:lpstr>
      <vt:lpstr>Corbel</vt:lpstr>
      <vt:lpstr>Courier New</vt:lpstr>
      <vt:lpstr>Dom Casual</vt:lpstr>
      <vt:lpstr>Google Sans Text</vt:lpstr>
      <vt:lpstr>Tema de Office</vt:lpstr>
      <vt:lpstr>TC 1037  Pensamiento algorítmico</vt:lpstr>
      <vt:lpstr>Librerías</vt:lpstr>
      <vt:lpstr>Preparativos</vt:lpstr>
      <vt:lpstr>Carga de un archivo de Excel</vt:lpstr>
      <vt:lpstr>Presentación de PowerPoint</vt:lpstr>
      <vt:lpstr>Extracción de información por columna</vt:lpstr>
      <vt:lpstr>Presentación de PowerPoint</vt:lpstr>
      <vt:lpstr>Medidas descriptivas</vt:lpstr>
      <vt:lpstr>Presentación de PowerPoint</vt:lpstr>
      <vt:lpstr>Extracción de subtablas</vt:lpstr>
      <vt:lpstr>Presentación de PowerPoint</vt:lpstr>
      <vt:lpstr>¡A programar!</vt:lpstr>
      <vt:lpstr>Importando las librerias</vt:lpstr>
      <vt:lpstr>Listas</vt:lpstr>
      <vt:lpstr>Gráfica de barras simple</vt:lpstr>
      <vt:lpstr>Gráfica de barras con colores</vt:lpstr>
      <vt:lpstr>Gráfica de línea simple</vt:lpstr>
      <vt:lpstr>Presentación de PowerPoint</vt:lpstr>
      <vt:lpstr>Código de colores</vt:lpstr>
      <vt:lpstr>Presentación de PowerPoint</vt:lpstr>
      <vt:lpstr>Presentación de PowerPoint</vt:lpstr>
      <vt:lpstr>Gráficas con dos líneas</vt:lpstr>
      <vt:lpstr>Varias gráficas en un tablero</vt:lpstr>
      <vt:lpstr>Varias gráficas en un tablero</vt:lpstr>
      <vt:lpstr>Este sería el resultado:</vt:lpstr>
      <vt:lpstr>Varias gráficas en un tablero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profesor</dc:creator>
  <cp:lastModifiedBy>Lizethe Pérez Fuertes</cp:lastModifiedBy>
  <cp:revision>104</cp:revision>
  <dcterms:created xsi:type="dcterms:W3CDTF">2013-07-08T17:54:54Z</dcterms:created>
  <dcterms:modified xsi:type="dcterms:W3CDTF">2026-08-12T17:27:02Z</dcterms:modified>
</cp:coreProperties>
</file>