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89" r:id="rId2"/>
    <p:sldId id="257" r:id="rId3"/>
    <p:sldId id="345" r:id="rId4"/>
    <p:sldId id="346" r:id="rId5"/>
    <p:sldId id="347" r:id="rId6"/>
    <p:sldId id="348" r:id="rId7"/>
    <p:sldId id="341" r:id="rId8"/>
    <p:sldId id="277" r:id="rId9"/>
    <p:sldId id="264" r:id="rId10"/>
    <p:sldId id="278" r:id="rId11"/>
    <p:sldId id="266" r:id="rId12"/>
    <p:sldId id="349" r:id="rId13"/>
    <p:sldId id="350" r:id="rId14"/>
    <p:sldId id="351" r:id="rId15"/>
    <p:sldId id="271" r:id="rId16"/>
    <p:sldId id="353" r:id="rId17"/>
    <p:sldId id="344" r:id="rId18"/>
    <p:sldId id="275" r:id="rId19"/>
    <p:sldId id="282" r:id="rId20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BC6AA7-F17A-4243-9E48-9F3C452F086C}" v="2" dt="2026-08-30T19:23:53.3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98" autoAdjust="0"/>
    <p:restoredTop sz="93239" autoAdjust="0"/>
  </p:normalViewPr>
  <p:slideViewPr>
    <p:cSldViewPr>
      <p:cViewPr varScale="1">
        <p:scale>
          <a:sx n="112" d="100"/>
          <a:sy n="112" d="100"/>
        </p:scale>
        <p:origin x="1602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undo custSel addSld delSld modSld">
      <pc:chgData name="Lizethe Pérez Fuertes" userId="4ae9ef87-2a7d-42f8-8dfa-0a501a9e2ff4" providerId="ADAL" clId="{FDDD45CB-1330-4033-A842-3D2746AFF7C7}" dt="2026-08-30T19:24:06.136" v="936" actId="13926"/>
      <pc:docMkLst>
        <pc:docMk/>
      </pc:docMkLst>
      <pc:sldChg chg="addSp delSp modSp mod">
        <pc:chgData name="Lizethe Pérez Fuertes" userId="4ae9ef87-2a7d-42f8-8dfa-0a501a9e2ff4" providerId="ADAL" clId="{FDDD45CB-1330-4033-A842-3D2746AFF7C7}" dt="2026-08-11T17:36:46.040" v="111" actId="20577"/>
        <pc:sldMkLst>
          <pc:docMk/>
          <pc:sldMk cId="0" sldId="257"/>
        </pc:sldMkLst>
        <pc:spChg chg="mod">
          <ac:chgData name="Lizethe Pérez Fuertes" userId="4ae9ef87-2a7d-42f8-8dfa-0a501a9e2ff4" providerId="ADAL" clId="{FDDD45CB-1330-4033-A842-3D2746AFF7C7}" dt="2026-08-11T17:36:46.040" v="111" actId="20577"/>
          <ac:spMkLst>
            <pc:docMk/>
            <pc:sldMk cId="0" sldId="257"/>
            <ac:spMk id="6" creationId="{1AF9A3DB-3D1C-9A5E-10C7-6E89AE734539}"/>
          </ac:spMkLst>
        </pc:spChg>
        <pc:spChg chg="add mod">
          <ac:chgData name="Lizethe Pérez Fuertes" userId="4ae9ef87-2a7d-42f8-8dfa-0a501a9e2ff4" providerId="ADAL" clId="{FDDD45CB-1330-4033-A842-3D2746AFF7C7}" dt="2026-08-11T17:36:20.530" v="101" actId="14100"/>
          <ac:spMkLst>
            <pc:docMk/>
            <pc:sldMk cId="0" sldId="257"/>
            <ac:spMk id="7" creationId="{48387A90-B8D0-5633-E0CD-04FD7733D748}"/>
          </ac:spMkLst>
        </pc:spChg>
        <pc:spChg chg="add mod">
          <ac:chgData name="Lizethe Pérez Fuertes" userId="4ae9ef87-2a7d-42f8-8dfa-0a501a9e2ff4" providerId="ADAL" clId="{FDDD45CB-1330-4033-A842-3D2746AFF7C7}" dt="2026-08-11T17:36:05.037" v="98" actId="1035"/>
          <ac:spMkLst>
            <pc:docMk/>
            <pc:sldMk cId="0" sldId="257"/>
            <ac:spMk id="8" creationId="{10B0507B-3D52-32E9-9C30-B98FF46EA682}"/>
          </ac:spMkLst>
        </pc:spChg>
        <pc:spChg chg="add mod">
          <ac:chgData name="Lizethe Pérez Fuertes" userId="4ae9ef87-2a7d-42f8-8dfa-0a501a9e2ff4" providerId="ADAL" clId="{FDDD45CB-1330-4033-A842-3D2746AFF7C7}" dt="2026-08-11T17:36:05.037" v="98" actId="1035"/>
          <ac:spMkLst>
            <pc:docMk/>
            <pc:sldMk cId="0" sldId="257"/>
            <ac:spMk id="9" creationId="{63ADC096-0225-76FF-EE86-182A49E11943}"/>
          </ac:spMkLst>
        </pc:spChg>
        <pc:picChg chg="add mod">
          <ac:chgData name="Lizethe Pérez Fuertes" userId="4ae9ef87-2a7d-42f8-8dfa-0a501a9e2ff4" providerId="ADAL" clId="{FDDD45CB-1330-4033-A842-3D2746AFF7C7}" dt="2026-08-11T17:36:05.037" v="98" actId="1035"/>
          <ac:picMkLst>
            <pc:docMk/>
            <pc:sldMk cId="0" sldId="257"/>
            <ac:picMk id="11" creationId="{D681B0E7-EE8A-1C2D-AB74-135D56A2962A}"/>
          </ac:picMkLst>
        </pc:picChg>
        <pc:picChg chg="add mod">
          <ac:chgData name="Lizethe Pérez Fuertes" userId="4ae9ef87-2a7d-42f8-8dfa-0a501a9e2ff4" providerId="ADAL" clId="{FDDD45CB-1330-4033-A842-3D2746AFF7C7}" dt="2026-08-11T17:36:22.206" v="102" actId="1076"/>
          <ac:picMkLst>
            <pc:docMk/>
            <pc:sldMk cId="0" sldId="257"/>
            <ac:picMk id="13" creationId="{41B7CF8F-6DA9-C35C-4735-BA5EBFC3F049}"/>
          </ac:picMkLst>
        </pc:picChg>
      </pc:sldChg>
      <pc:sldChg chg="addSp delSp modSp add mod modNotes">
        <pc:chgData name="Lizethe Pérez Fuertes" userId="4ae9ef87-2a7d-42f8-8dfa-0a501a9e2ff4" providerId="ADAL" clId="{FDDD45CB-1330-4033-A842-3D2746AFF7C7}" dt="2026-08-11T17:50:22.089" v="348" actId="1076"/>
        <pc:sldMkLst>
          <pc:docMk/>
          <pc:sldMk cId="0" sldId="264"/>
        </pc:sldMkLst>
        <pc:spChg chg="add mod">
          <ac:chgData name="Lizethe Pérez Fuertes" userId="4ae9ef87-2a7d-42f8-8dfa-0a501a9e2ff4" providerId="ADAL" clId="{FDDD45CB-1330-4033-A842-3D2746AFF7C7}" dt="2026-08-11T17:50:16.971" v="346" actId="1076"/>
          <ac:spMkLst>
            <pc:docMk/>
            <pc:sldMk cId="0" sldId="264"/>
            <ac:spMk id="3" creationId="{C88041C6-7007-3A11-94B6-0710B3A41B09}"/>
          </ac:spMkLst>
        </pc:spChg>
        <pc:picChg chg="mod">
          <ac:chgData name="Lizethe Pérez Fuertes" userId="4ae9ef87-2a7d-42f8-8dfa-0a501a9e2ff4" providerId="ADAL" clId="{FDDD45CB-1330-4033-A842-3D2746AFF7C7}" dt="2026-08-11T17:50:19.855" v="347" actId="1076"/>
          <ac:picMkLst>
            <pc:docMk/>
            <pc:sldMk cId="0" sldId="264"/>
            <ac:picMk id="5" creationId="{4F79FCD4-8C6E-D548-3846-653CE5880FE1}"/>
          </ac:picMkLst>
        </pc:picChg>
        <pc:picChg chg="mod">
          <ac:chgData name="Lizethe Pérez Fuertes" userId="4ae9ef87-2a7d-42f8-8dfa-0a501a9e2ff4" providerId="ADAL" clId="{FDDD45CB-1330-4033-A842-3D2746AFF7C7}" dt="2026-08-11T17:50:22.089" v="348" actId="1076"/>
          <ac:picMkLst>
            <pc:docMk/>
            <pc:sldMk cId="0" sldId="264"/>
            <ac:picMk id="7" creationId="{D6F15B11-96E9-8B85-DB56-6DC592C44302}"/>
          </ac:picMkLst>
        </pc:picChg>
      </pc:sldChg>
      <pc:sldChg chg="addSp delSp modSp add mod modNotes">
        <pc:chgData name="Lizethe Pérez Fuertes" userId="4ae9ef87-2a7d-42f8-8dfa-0a501a9e2ff4" providerId="ADAL" clId="{FDDD45CB-1330-4033-A842-3D2746AFF7C7}" dt="2026-08-11T17:52:51.118" v="432" actId="1076"/>
        <pc:sldMkLst>
          <pc:docMk/>
          <pc:sldMk cId="0" sldId="266"/>
        </pc:sldMkLst>
        <pc:spChg chg="add mod">
          <ac:chgData name="Lizethe Pérez Fuertes" userId="4ae9ef87-2a7d-42f8-8dfa-0a501a9e2ff4" providerId="ADAL" clId="{FDDD45CB-1330-4033-A842-3D2746AFF7C7}" dt="2026-08-11T17:52:10.533" v="421" actId="1076"/>
          <ac:spMkLst>
            <pc:docMk/>
            <pc:sldMk cId="0" sldId="266"/>
            <ac:spMk id="3" creationId="{DAD51E3A-651A-8460-125A-EA9072C49323}"/>
          </ac:spMkLst>
        </pc:spChg>
        <pc:spChg chg="add mod ord">
          <ac:chgData name="Lizethe Pérez Fuertes" userId="4ae9ef87-2a7d-42f8-8dfa-0a501a9e2ff4" providerId="ADAL" clId="{FDDD45CB-1330-4033-A842-3D2746AFF7C7}" dt="2026-08-11T17:52:51.118" v="432" actId="1076"/>
          <ac:spMkLst>
            <pc:docMk/>
            <pc:sldMk cId="0" sldId="266"/>
            <ac:spMk id="7" creationId="{8319DF00-CD43-45C2-8F54-9AF570CA73E8}"/>
          </ac:spMkLst>
        </pc:spChg>
        <pc:picChg chg="mod">
          <ac:chgData name="Lizethe Pérez Fuertes" userId="4ae9ef87-2a7d-42f8-8dfa-0a501a9e2ff4" providerId="ADAL" clId="{FDDD45CB-1330-4033-A842-3D2746AFF7C7}" dt="2026-08-11T17:52:51.118" v="432" actId="1076"/>
          <ac:picMkLst>
            <pc:docMk/>
            <pc:sldMk cId="0" sldId="266"/>
            <ac:picMk id="4" creationId="{9CC45880-A2EE-BA21-B7D5-E632DC3DCD1D}"/>
          </ac:picMkLst>
        </pc:picChg>
      </pc:sldChg>
      <pc:sldChg chg="addSp delSp modSp add del mod modNotes">
        <pc:chgData name="Lizethe Pérez Fuertes" userId="4ae9ef87-2a7d-42f8-8dfa-0a501a9e2ff4" providerId="ADAL" clId="{FDDD45CB-1330-4033-A842-3D2746AFF7C7}" dt="2026-08-11T22:21:57.968" v="902" actId="47"/>
        <pc:sldMkLst>
          <pc:docMk/>
          <pc:sldMk cId="0" sldId="271"/>
        </pc:sldMkLst>
        <pc:spChg chg="add mod">
          <ac:chgData name="Lizethe Pérez Fuertes" userId="4ae9ef87-2a7d-42f8-8dfa-0a501a9e2ff4" providerId="ADAL" clId="{FDDD45CB-1330-4033-A842-3D2746AFF7C7}" dt="2026-08-11T22:20:26.732" v="884" actId="2711"/>
          <ac:spMkLst>
            <pc:docMk/>
            <pc:sldMk cId="0" sldId="271"/>
            <ac:spMk id="10" creationId="{4ACC8272-22AB-9EEA-C102-57557BF86DDE}"/>
          </ac:spMkLst>
        </pc:spChg>
        <pc:spChg chg="add mod">
          <ac:chgData name="Lizethe Pérez Fuertes" userId="4ae9ef87-2a7d-42f8-8dfa-0a501a9e2ff4" providerId="ADAL" clId="{FDDD45CB-1330-4033-A842-3D2746AFF7C7}" dt="2026-08-11T22:21:25.314" v="894" actId="1076"/>
          <ac:spMkLst>
            <pc:docMk/>
            <pc:sldMk cId="0" sldId="271"/>
            <ac:spMk id="15" creationId="{487D7397-7469-7D2C-0905-F67923A8DF2F}"/>
          </ac:spMkLst>
        </pc:spChg>
      </pc:sldChg>
      <pc:sldChg chg="addSp delSp modSp add mod modNotes">
        <pc:chgData name="Lizethe Pérez Fuertes" userId="4ae9ef87-2a7d-42f8-8dfa-0a501a9e2ff4" providerId="ADAL" clId="{FDDD45CB-1330-4033-A842-3D2746AFF7C7}" dt="2026-08-30T19:24:06.136" v="936" actId="13926"/>
        <pc:sldMkLst>
          <pc:docMk/>
          <pc:sldMk cId="0" sldId="275"/>
        </pc:sldMkLst>
        <pc:spChg chg="mod">
          <ac:chgData name="Lizethe Pérez Fuertes" userId="4ae9ef87-2a7d-42f8-8dfa-0a501a9e2ff4" providerId="ADAL" clId="{FDDD45CB-1330-4033-A842-3D2746AFF7C7}" dt="2026-08-11T22:23:29.981" v="918" actId="6549"/>
          <ac:spMkLst>
            <pc:docMk/>
            <pc:sldMk cId="0" sldId="275"/>
            <ac:spMk id="5" creationId="{00000000-0000-0000-0000-000000000000}"/>
          </ac:spMkLst>
        </pc:spChg>
        <pc:spChg chg="mod">
          <ac:chgData name="Lizethe Pérez Fuertes" userId="4ae9ef87-2a7d-42f8-8dfa-0a501a9e2ff4" providerId="ADAL" clId="{FDDD45CB-1330-4033-A842-3D2746AFF7C7}" dt="2026-08-30T19:24:06.136" v="936" actId="13926"/>
          <ac:spMkLst>
            <pc:docMk/>
            <pc:sldMk cId="0" sldId="275"/>
            <ac:spMk id="7" creationId="{5BA0B139-C7E4-4F1F-A25F-814A0026FAA6}"/>
          </ac:spMkLst>
        </pc:spChg>
        <pc:spChg chg="add mod">
          <ac:chgData name="Lizethe Pérez Fuertes" userId="4ae9ef87-2a7d-42f8-8dfa-0a501a9e2ff4" providerId="ADAL" clId="{FDDD45CB-1330-4033-A842-3D2746AFF7C7}" dt="2026-08-11T22:22:55.609" v="915" actId="1076"/>
          <ac:spMkLst>
            <pc:docMk/>
            <pc:sldMk cId="0" sldId="275"/>
            <ac:spMk id="9" creationId="{E2C5EDB5-FA0A-F43D-241C-B6439C6F4312}"/>
          </ac:spMkLst>
        </pc:spChg>
      </pc:sldChg>
      <pc:sldChg chg="addSp delSp modSp add mod modNotes">
        <pc:chgData name="Lizethe Pérez Fuertes" userId="4ae9ef87-2a7d-42f8-8dfa-0a501a9e2ff4" providerId="ADAL" clId="{FDDD45CB-1330-4033-A842-3D2746AFF7C7}" dt="2026-08-11T17:49:51.409" v="330" actId="1076"/>
        <pc:sldMkLst>
          <pc:docMk/>
          <pc:sldMk cId="1301067117" sldId="277"/>
        </pc:sldMkLst>
        <pc:spChg chg="add mod">
          <ac:chgData name="Lizethe Pérez Fuertes" userId="4ae9ef87-2a7d-42f8-8dfa-0a501a9e2ff4" providerId="ADAL" clId="{FDDD45CB-1330-4033-A842-3D2746AFF7C7}" dt="2026-08-11T17:49:07.246" v="321" actId="6549"/>
          <ac:spMkLst>
            <pc:docMk/>
            <pc:sldMk cId="1301067117" sldId="277"/>
            <ac:spMk id="3" creationId="{E33A72CB-ED7D-FC18-9298-452AE955077A}"/>
          </ac:spMkLst>
        </pc:spChg>
        <pc:spChg chg="add mod ord">
          <ac:chgData name="Lizethe Pérez Fuertes" userId="4ae9ef87-2a7d-42f8-8dfa-0a501a9e2ff4" providerId="ADAL" clId="{FDDD45CB-1330-4033-A842-3D2746AFF7C7}" dt="2026-08-11T17:49:51.409" v="330" actId="1076"/>
          <ac:spMkLst>
            <pc:docMk/>
            <pc:sldMk cId="1301067117" sldId="277"/>
            <ac:spMk id="4" creationId="{58BC0542-EF48-C548-B544-D25E8890EE60}"/>
          </ac:spMkLst>
        </pc:spChg>
        <pc:picChg chg="mod">
          <ac:chgData name="Lizethe Pérez Fuertes" userId="4ae9ef87-2a7d-42f8-8dfa-0a501a9e2ff4" providerId="ADAL" clId="{FDDD45CB-1330-4033-A842-3D2746AFF7C7}" dt="2026-08-11T17:49:51.409" v="330" actId="1076"/>
          <ac:picMkLst>
            <pc:docMk/>
            <pc:sldMk cId="1301067117" sldId="277"/>
            <ac:picMk id="5" creationId="{16375F94-100A-8C36-8700-0285447BBE03}"/>
          </ac:picMkLst>
        </pc:picChg>
        <pc:picChg chg="mod">
          <ac:chgData name="Lizethe Pérez Fuertes" userId="4ae9ef87-2a7d-42f8-8dfa-0a501a9e2ff4" providerId="ADAL" clId="{FDDD45CB-1330-4033-A842-3D2746AFF7C7}" dt="2026-08-11T17:49:15.244" v="323" actId="1076"/>
          <ac:picMkLst>
            <pc:docMk/>
            <pc:sldMk cId="1301067117" sldId="277"/>
            <ac:picMk id="8" creationId="{1B7CB92C-2988-369E-F987-39D0B776AC12}"/>
          </ac:picMkLst>
        </pc:picChg>
        <pc:picChg chg="mod">
          <ac:chgData name="Lizethe Pérez Fuertes" userId="4ae9ef87-2a7d-42f8-8dfa-0a501a9e2ff4" providerId="ADAL" clId="{FDDD45CB-1330-4033-A842-3D2746AFF7C7}" dt="2026-08-11T17:49:20.225" v="325" actId="1076"/>
          <ac:picMkLst>
            <pc:docMk/>
            <pc:sldMk cId="1301067117" sldId="277"/>
            <ac:picMk id="10" creationId="{10DAC105-2232-F840-79B2-CA1F1EC867B3}"/>
          </ac:picMkLst>
        </pc:picChg>
      </pc:sldChg>
      <pc:sldChg chg="addSp delSp modSp add mod modNotes">
        <pc:chgData name="Lizethe Pérez Fuertes" userId="4ae9ef87-2a7d-42f8-8dfa-0a501a9e2ff4" providerId="ADAL" clId="{FDDD45CB-1330-4033-A842-3D2746AFF7C7}" dt="2026-08-11T17:51:41.507" v="408" actId="1076"/>
        <pc:sldMkLst>
          <pc:docMk/>
          <pc:sldMk cId="2034773782" sldId="278"/>
        </pc:sldMkLst>
        <pc:spChg chg="add mod">
          <ac:chgData name="Lizethe Pérez Fuertes" userId="4ae9ef87-2a7d-42f8-8dfa-0a501a9e2ff4" providerId="ADAL" clId="{FDDD45CB-1330-4033-A842-3D2746AFF7C7}" dt="2026-08-11T17:51:37.566" v="406" actId="1076"/>
          <ac:spMkLst>
            <pc:docMk/>
            <pc:sldMk cId="2034773782" sldId="278"/>
            <ac:spMk id="11" creationId="{6B8EDCC6-5645-7A09-B72B-BFF2245BB8D2}"/>
          </ac:spMkLst>
        </pc:spChg>
        <pc:picChg chg="mod">
          <ac:chgData name="Lizethe Pérez Fuertes" userId="4ae9ef87-2a7d-42f8-8dfa-0a501a9e2ff4" providerId="ADAL" clId="{FDDD45CB-1330-4033-A842-3D2746AFF7C7}" dt="2026-08-11T17:51:38.832" v="407" actId="1076"/>
          <ac:picMkLst>
            <pc:docMk/>
            <pc:sldMk cId="2034773782" sldId="278"/>
            <ac:picMk id="12" creationId="{63B3D925-21D2-BE92-C2AF-4292A70DEE7E}"/>
          </ac:picMkLst>
        </pc:picChg>
        <pc:picChg chg="mod ord">
          <ac:chgData name="Lizethe Pérez Fuertes" userId="4ae9ef87-2a7d-42f8-8dfa-0a501a9e2ff4" providerId="ADAL" clId="{FDDD45CB-1330-4033-A842-3D2746AFF7C7}" dt="2026-08-11T17:51:41.507" v="408" actId="1076"/>
          <ac:picMkLst>
            <pc:docMk/>
            <pc:sldMk cId="2034773782" sldId="278"/>
            <ac:picMk id="14" creationId="{DBFAF44A-89BD-84B8-0D37-8CD8B7749611}"/>
          </ac:picMkLst>
        </pc:picChg>
      </pc:sldChg>
      <pc:sldChg chg="addSp delSp modSp mod">
        <pc:chgData name="Lizethe Pérez Fuertes" userId="4ae9ef87-2a7d-42f8-8dfa-0a501a9e2ff4" providerId="ADAL" clId="{FDDD45CB-1330-4033-A842-3D2746AFF7C7}" dt="2026-08-11T17:31:21.224" v="55" actId="1076"/>
        <pc:sldMkLst>
          <pc:docMk/>
          <pc:sldMk cId="2553855534" sldId="289"/>
        </pc:sldMkLst>
        <pc:spChg chg="mod">
          <ac:chgData name="Lizethe Pérez Fuertes" userId="4ae9ef87-2a7d-42f8-8dfa-0a501a9e2ff4" providerId="ADAL" clId="{FDDD45CB-1330-4033-A842-3D2746AFF7C7}" dt="2026-08-11T17:30:16.411" v="47" actId="20577"/>
          <ac:spMkLst>
            <pc:docMk/>
            <pc:sldMk cId="2553855534" sldId="289"/>
            <ac:spMk id="7" creationId="{41A585A2-4B80-479F-964A-0052A3859706}"/>
          </ac:spMkLst>
        </pc:spChg>
        <pc:picChg chg="add mod">
          <ac:chgData name="Lizethe Pérez Fuertes" userId="4ae9ef87-2a7d-42f8-8dfa-0a501a9e2ff4" providerId="ADAL" clId="{FDDD45CB-1330-4033-A842-3D2746AFF7C7}" dt="2026-08-11T17:31:21.224" v="55" actId="1076"/>
          <ac:picMkLst>
            <pc:docMk/>
            <pc:sldMk cId="2553855534" sldId="289"/>
            <ac:picMk id="4" creationId="{22913B99-1562-5758-3EF2-43FC6F0AD7E1}"/>
          </ac:picMkLst>
        </pc:picChg>
      </pc:sldChg>
      <pc:sldChg chg="addSp delSp modSp add mod modNotes">
        <pc:chgData name="Lizethe Pérez Fuertes" userId="4ae9ef87-2a7d-42f8-8dfa-0a501a9e2ff4" providerId="ADAL" clId="{FDDD45CB-1330-4033-A842-3D2746AFF7C7}" dt="2026-08-11T17:48:25.628" v="301" actId="1036"/>
        <pc:sldMkLst>
          <pc:docMk/>
          <pc:sldMk cId="2699005820" sldId="341"/>
        </pc:sldMkLst>
        <pc:spChg chg="add mod">
          <ac:chgData name="Lizethe Pérez Fuertes" userId="4ae9ef87-2a7d-42f8-8dfa-0a501a9e2ff4" providerId="ADAL" clId="{FDDD45CB-1330-4033-A842-3D2746AFF7C7}" dt="2026-08-11T17:48:16.713" v="292" actId="20577"/>
          <ac:spMkLst>
            <pc:docMk/>
            <pc:sldMk cId="2699005820" sldId="341"/>
            <ac:spMk id="3" creationId="{9562F421-483A-0FDD-87FF-A7C670CB1A7D}"/>
          </ac:spMkLst>
        </pc:spChg>
        <pc:picChg chg="mod">
          <ac:chgData name="Lizethe Pérez Fuertes" userId="4ae9ef87-2a7d-42f8-8dfa-0a501a9e2ff4" providerId="ADAL" clId="{FDDD45CB-1330-4033-A842-3D2746AFF7C7}" dt="2026-08-11T17:48:25.628" v="301" actId="1036"/>
          <ac:picMkLst>
            <pc:docMk/>
            <pc:sldMk cId="2699005820" sldId="341"/>
            <ac:picMk id="4" creationId="{0D4CCFD5-D8F6-26BA-6A50-C678DDB46F4B}"/>
          </ac:picMkLst>
        </pc:picChg>
        <pc:picChg chg="mod">
          <ac:chgData name="Lizethe Pérez Fuertes" userId="4ae9ef87-2a7d-42f8-8dfa-0a501a9e2ff4" providerId="ADAL" clId="{FDDD45CB-1330-4033-A842-3D2746AFF7C7}" dt="2026-08-11T17:48:25.628" v="301" actId="1036"/>
          <ac:picMkLst>
            <pc:docMk/>
            <pc:sldMk cId="2699005820" sldId="341"/>
            <ac:picMk id="14" creationId="{B7C3837E-4D62-005A-93FA-7E31678ECED1}"/>
          </ac:picMkLst>
        </pc:picChg>
      </pc:sldChg>
      <pc:sldChg chg="addSp modSp add mod modNotes">
        <pc:chgData name="Lizethe Pérez Fuertes" userId="4ae9ef87-2a7d-42f8-8dfa-0a501a9e2ff4" providerId="ADAL" clId="{FDDD45CB-1330-4033-A842-3D2746AFF7C7}" dt="2026-08-11T22:22:35.117" v="911" actId="1076"/>
        <pc:sldMkLst>
          <pc:docMk/>
          <pc:sldMk cId="0" sldId="344"/>
        </pc:sldMkLst>
        <pc:spChg chg="mod">
          <ac:chgData name="Lizethe Pérez Fuertes" userId="4ae9ef87-2a7d-42f8-8dfa-0a501a9e2ff4" providerId="ADAL" clId="{FDDD45CB-1330-4033-A842-3D2746AFF7C7}" dt="2026-08-11T22:22:35.117" v="911" actId="1076"/>
          <ac:spMkLst>
            <pc:docMk/>
            <pc:sldMk cId="0" sldId="344"/>
            <ac:spMk id="2" creationId="{00000000-0000-0000-0000-000000000000}"/>
          </ac:spMkLst>
        </pc:spChg>
        <pc:spChg chg="add mod">
          <ac:chgData name="Lizethe Pérez Fuertes" userId="4ae9ef87-2a7d-42f8-8dfa-0a501a9e2ff4" providerId="ADAL" clId="{FDDD45CB-1330-4033-A842-3D2746AFF7C7}" dt="2026-08-11T22:22:16.145" v="906" actId="27636"/>
          <ac:spMkLst>
            <pc:docMk/>
            <pc:sldMk cId="0" sldId="344"/>
            <ac:spMk id="3" creationId="{DCD036CD-3085-8CF8-046C-5178E92A5193}"/>
          </ac:spMkLst>
        </pc:spChg>
        <pc:picChg chg="mod">
          <ac:chgData name="Lizethe Pérez Fuertes" userId="4ae9ef87-2a7d-42f8-8dfa-0a501a9e2ff4" providerId="ADAL" clId="{FDDD45CB-1330-4033-A842-3D2746AFF7C7}" dt="2026-08-11T22:22:25.865" v="908" actId="1076"/>
          <ac:picMkLst>
            <pc:docMk/>
            <pc:sldMk cId="0" sldId="344"/>
            <ac:picMk id="5" creationId="{827B2B07-D2F4-FB87-8B13-238DFA74B682}"/>
          </ac:picMkLst>
        </pc:picChg>
      </pc:sldChg>
      <pc:sldChg chg="addSp delSp modSp add mod">
        <pc:chgData name="Lizethe Pérez Fuertes" userId="4ae9ef87-2a7d-42f8-8dfa-0a501a9e2ff4" providerId="ADAL" clId="{FDDD45CB-1330-4033-A842-3D2746AFF7C7}" dt="2026-08-11T17:44:10.166" v="218" actId="1076"/>
        <pc:sldMkLst>
          <pc:docMk/>
          <pc:sldMk cId="222734393" sldId="345"/>
        </pc:sldMkLst>
        <pc:spChg chg="add mod">
          <ac:chgData name="Lizethe Pérez Fuertes" userId="4ae9ef87-2a7d-42f8-8dfa-0a501a9e2ff4" providerId="ADAL" clId="{FDDD45CB-1330-4033-A842-3D2746AFF7C7}" dt="2026-08-11T17:38:26.479" v="125" actId="1076"/>
          <ac:spMkLst>
            <pc:docMk/>
            <pc:sldMk cId="222734393" sldId="345"/>
            <ac:spMk id="3" creationId="{87A43A13-D5E9-CB4C-833D-953CAC858ED9}"/>
          </ac:spMkLst>
        </pc:spChg>
        <pc:spChg chg="mod">
          <ac:chgData name="Lizethe Pérez Fuertes" userId="4ae9ef87-2a7d-42f8-8dfa-0a501a9e2ff4" providerId="ADAL" clId="{FDDD45CB-1330-4033-A842-3D2746AFF7C7}" dt="2026-08-11T17:44:10.166" v="218" actId="1076"/>
          <ac:spMkLst>
            <pc:docMk/>
            <pc:sldMk cId="222734393" sldId="345"/>
            <ac:spMk id="6" creationId="{467FC619-6EA8-6075-9206-BA15434B7E9B}"/>
          </ac:spMkLst>
        </pc:spChg>
      </pc:sldChg>
      <pc:sldChg chg="addSp delSp modSp add mod">
        <pc:chgData name="Lizethe Pérez Fuertes" userId="4ae9ef87-2a7d-42f8-8dfa-0a501a9e2ff4" providerId="ADAL" clId="{FDDD45CB-1330-4033-A842-3D2746AFF7C7}" dt="2026-08-11T17:42:38.178" v="174" actId="14100"/>
        <pc:sldMkLst>
          <pc:docMk/>
          <pc:sldMk cId="1055148994" sldId="346"/>
        </pc:sldMkLst>
        <pc:spChg chg="add mod">
          <ac:chgData name="Lizethe Pérez Fuertes" userId="4ae9ef87-2a7d-42f8-8dfa-0a501a9e2ff4" providerId="ADAL" clId="{FDDD45CB-1330-4033-A842-3D2746AFF7C7}" dt="2026-08-11T17:41:35.153" v="167" actId="1076"/>
          <ac:spMkLst>
            <pc:docMk/>
            <pc:sldMk cId="1055148994" sldId="346"/>
            <ac:spMk id="2" creationId="{90092276-622F-ABDF-170E-05BB2F164FE8}"/>
          </ac:spMkLst>
        </pc:spChg>
        <pc:spChg chg="mod">
          <ac:chgData name="Lizethe Pérez Fuertes" userId="4ae9ef87-2a7d-42f8-8dfa-0a501a9e2ff4" providerId="ADAL" clId="{FDDD45CB-1330-4033-A842-3D2746AFF7C7}" dt="2026-08-11T17:38:57.014" v="139" actId="20577"/>
          <ac:spMkLst>
            <pc:docMk/>
            <pc:sldMk cId="1055148994" sldId="346"/>
            <ac:spMk id="6" creationId="{48979827-D96F-99B3-063B-6AC061129C42}"/>
          </ac:spMkLst>
        </pc:spChg>
        <pc:picChg chg="add mod">
          <ac:chgData name="Lizethe Pérez Fuertes" userId="4ae9ef87-2a7d-42f8-8dfa-0a501a9e2ff4" providerId="ADAL" clId="{FDDD45CB-1330-4033-A842-3D2746AFF7C7}" dt="2026-08-11T17:42:38.178" v="174" actId="14100"/>
          <ac:picMkLst>
            <pc:docMk/>
            <pc:sldMk cId="1055148994" sldId="346"/>
            <ac:picMk id="7" creationId="{39C76152-0C22-0B8B-9454-6369D834881C}"/>
          </ac:picMkLst>
        </pc:picChg>
      </pc:sldChg>
      <pc:sldChg chg="addSp delSp modSp add mod">
        <pc:chgData name="Lizethe Pérez Fuertes" userId="4ae9ef87-2a7d-42f8-8dfa-0a501a9e2ff4" providerId="ADAL" clId="{FDDD45CB-1330-4033-A842-3D2746AFF7C7}" dt="2026-08-11T17:43:44.569" v="216" actId="1036"/>
        <pc:sldMkLst>
          <pc:docMk/>
          <pc:sldMk cId="4118520966" sldId="347"/>
        </pc:sldMkLst>
        <pc:spChg chg="add mod">
          <ac:chgData name="Lizethe Pérez Fuertes" userId="4ae9ef87-2a7d-42f8-8dfa-0a501a9e2ff4" providerId="ADAL" clId="{FDDD45CB-1330-4033-A842-3D2746AFF7C7}" dt="2026-08-11T17:43:44.569" v="216" actId="1036"/>
          <ac:spMkLst>
            <pc:docMk/>
            <pc:sldMk cId="4118520966" sldId="347"/>
            <ac:spMk id="4" creationId="{FE202666-5A1F-4918-4861-CCB0FB3B13EB}"/>
          </ac:spMkLst>
        </pc:spChg>
        <pc:spChg chg="mod">
          <ac:chgData name="Lizethe Pérez Fuertes" userId="4ae9ef87-2a7d-42f8-8dfa-0a501a9e2ff4" providerId="ADAL" clId="{FDDD45CB-1330-4033-A842-3D2746AFF7C7}" dt="2026-08-11T17:42:58.452" v="210" actId="6549"/>
          <ac:spMkLst>
            <pc:docMk/>
            <pc:sldMk cId="4118520966" sldId="347"/>
            <ac:spMk id="6" creationId="{8E2B1D31-F8C3-3747-315A-374894B0383C}"/>
          </ac:spMkLst>
        </pc:spChg>
        <pc:spChg chg="add mod">
          <ac:chgData name="Lizethe Pérez Fuertes" userId="4ae9ef87-2a7d-42f8-8dfa-0a501a9e2ff4" providerId="ADAL" clId="{FDDD45CB-1330-4033-A842-3D2746AFF7C7}" dt="2026-08-11T17:43:44.569" v="216" actId="1036"/>
          <ac:spMkLst>
            <pc:docMk/>
            <pc:sldMk cId="4118520966" sldId="347"/>
            <ac:spMk id="8" creationId="{D97D9038-6223-498A-DA55-7888DA917844}"/>
          </ac:spMkLst>
        </pc:spChg>
        <pc:spChg chg="add mod">
          <ac:chgData name="Lizethe Pérez Fuertes" userId="4ae9ef87-2a7d-42f8-8dfa-0a501a9e2ff4" providerId="ADAL" clId="{FDDD45CB-1330-4033-A842-3D2746AFF7C7}" dt="2026-08-11T17:43:44.569" v="216" actId="1036"/>
          <ac:spMkLst>
            <pc:docMk/>
            <pc:sldMk cId="4118520966" sldId="347"/>
            <ac:spMk id="10" creationId="{FAF26DE7-2B09-ADCE-9664-A760A3577E1D}"/>
          </ac:spMkLst>
        </pc:spChg>
        <pc:spChg chg="add mod">
          <ac:chgData name="Lizethe Pérez Fuertes" userId="4ae9ef87-2a7d-42f8-8dfa-0a501a9e2ff4" providerId="ADAL" clId="{FDDD45CB-1330-4033-A842-3D2746AFF7C7}" dt="2026-08-11T17:43:44.569" v="216" actId="1036"/>
          <ac:spMkLst>
            <pc:docMk/>
            <pc:sldMk cId="4118520966" sldId="347"/>
            <ac:spMk id="12" creationId="{1E822AEA-3E3C-CA2A-1550-05DCFA0B98F0}"/>
          </ac:spMkLst>
        </pc:spChg>
        <pc:spChg chg="add mod">
          <ac:chgData name="Lizethe Pérez Fuertes" userId="4ae9ef87-2a7d-42f8-8dfa-0a501a9e2ff4" providerId="ADAL" clId="{FDDD45CB-1330-4033-A842-3D2746AFF7C7}" dt="2026-08-11T17:43:44.569" v="216" actId="1036"/>
          <ac:spMkLst>
            <pc:docMk/>
            <pc:sldMk cId="4118520966" sldId="347"/>
            <ac:spMk id="14" creationId="{098BDD6B-89DF-CEEE-4606-67FF3942F43E}"/>
          </ac:spMkLst>
        </pc:spChg>
        <pc:spChg chg="add mod">
          <ac:chgData name="Lizethe Pérez Fuertes" userId="4ae9ef87-2a7d-42f8-8dfa-0a501a9e2ff4" providerId="ADAL" clId="{FDDD45CB-1330-4033-A842-3D2746AFF7C7}" dt="2026-08-11T17:43:44.569" v="216" actId="1036"/>
          <ac:spMkLst>
            <pc:docMk/>
            <pc:sldMk cId="4118520966" sldId="347"/>
            <ac:spMk id="16" creationId="{F124BA85-3D52-66A1-10F7-A0720DE18D4E}"/>
          </ac:spMkLst>
        </pc:spChg>
      </pc:sldChg>
      <pc:sldChg chg="addSp delSp modSp add mod">
        <pc:chgData name="Lizethe Pérez Fuertes" userId="4ae9ef87-2a7d-42f8-8dfa-0a501a9e2ff4" providerId="ADAL" clId="{FDDD45CB-1330-4033-A842-3D2746AFF7C7}" dt="2026-08-11T17:47:40.566" v="264" actId="207"/>
        <pc:sldMkLst>
          <pc:docMk/>
          <pc:sldMk cId="2950979726" sldId="348"/>
        </pc:sldMkLst>
        <pc:spChg chg="add mod">
          <ac:chgData name="Lizethe Pérez Fuertes" userId="4ae9ef87-2a7d-42f8-8dfa-0a501a9e2ff4" providerId="ADAL" clId="{FDDD45CB-1330-4033-A842-3D2746AFF7C7}" dt="2026-08-11T17:47:40.566" v="264" actId="207"/>
          <ac:spMkLst>
            <pc:docMk/>
            <pc:sldMk cId="2950979726" sldId="348"/>
            <ac:spMk id="4" creationId="{0AF0BC20-BAEF-FE00-3027-08EC746C6182}"/>
          </ac:spMkLst>
        </pc:spChg>
        <pc:spChg chg="mod">
          <ac:chgData name="Lizethe Pérez Fuertes" userId="4ae9ef87-2a7d-42f8-8dfa-0a501a9e2ff4" providerId="ADAL" clId="{FDDD45CB-1330-4033-A842-3D2746AFF7C7}" dt="2026-08-11T17:44:26.777" v="230" actId="6549"/>
          <ac:spMkLst>
            <pc:docMk/>
            <pc:sldMk cId="2950979726" sldId="348"/>
            <ac:spMk id="6" creationId="{20AEB5A1-AA02-2E59-8D31-3875B312D21D}"/>
          </ac:spMkLst>
        </pc:spChg>
      </pc:sldChg>
      <pc:sldChg chg="delSp modSp add mod">
        <pc:chgData name="Lizethe Pérez Fuertes" userId="4ae9ef87-2a7d-42f8-8dfa-0a501a9e2ff4" providerId="ADAL" clId="{FDDD45CB-1330-4033-A842-3D2746AFF7C7}" dt="2026-08-11T18:05:03.172" v="553" actId="1076"/>
        <pc:sldMkLst>
          <pc:docMk/>
          <pc:sldMk cId="238418327" sldId="349"/>
        </pc:sldMkLst>
        <pc:spChg chg="mod">
          <ac:chgData name="Lizethe Pérez Fuertes" userId="4ae9ef87-2a7d-42f8-8dfa-0a501a9e2ff4" providerId="ADAL" clId="{FDDD45CB-1330-4033-A842-3D2746AFF7C7}" dt="2026-08-11T18:03:55.908" v="539" actId="20577"/>
          <ac:spMkLst>
            <pc:docMk/>
            <pc:sldMk cId="238418327" sldId="349"/>
            <ac:spMk id="18" creationId="{438B228C-77DB-177D-4765-82F186231C06}"/>
          </ac:spMkLst>
        </pc:spChg>
        <pc:graphicFrameChg chg="mod modGraphic">
          <ac:chgData name="Lizethe Pérez Fuertes" userId="4ae9ef87-2a7d-42f8-8dfa-0a501a9e2ff4" providerId="ADAL" clId="{FDDD45CB-1330-4033-A842-3D2746AFF7C7}" dt="2026-08-11T18:05:03.172" v="553" actId="1076"/>
          <ac:graphicFrameMkLst>
            <pc:docMk/>
            <pc:sldMk cId="238418327" sldId="349"/>
            <ac:graphicFrameMk id="19" creationId="{69F2CD44-0662-DC99-CCFA-F615E7D5160C}"/>
          </ac:graphicFrameMkLst>
        </pc:graphicFrameChg>
      </pc:sldChg>
      <pc:sldChg chg="delSp modSp add mod">
        <pc:chgData name="Lizethe Pérez Fuertes" userId="4ae9ef87-2a7d-42f8-8dfa-0a501a9e2ff4" providerId="ADAL" clId="{FDDD45CB-1330-4033-A842-3D2746AFF7C7}" dt="2026-08-11T18:09:00.214" v="579" actId="478"/>
        <pc:sldMkLst>
          <pc:docMk/>
          <pc:sldMk cId="2616061273" sldId="350"/>
        </pc:sldMkLst>
        <pc:spChg chg="mod">
          <ac:chgData name="Lizethe Pérez Fuertes" userId="4ae9ef87-2a7d-42f8-8dfa-0a501a9e2ff4" providerId="ADAL" clId="{FDDD45CB-1330-4033-A842-3D2746AFF7C7}" dt="2026-08-11T18:08:16.033" v="575" actId="1076"/>
          <ac:spMkLst>
            <pc:docMk/>
            <pc:sldMk cId="2616061273" sldId="350"/>
            <ac:spMk id="12" creationId="{5B8C609F-C3E3-E596-7FDE-75768C19FD78}"/>
          </ac:spMkLst>
        </pc:spChg>
        <pc:spChg chg="mod">
          <ac:chgData name="Lizethe Pérez Fuertes" userId="4ae9ef87-2a7d-42f8-8dfa-0a501a9e2ff4" providerId="ADAL" clId="{FDDD45CB-1330-4033-A842-3D2746AFF7C7}" dt="2026-08-11T18:08:23.097" v="577" actId="1076"/>
          <ac:spMkLst>
            <pc:docMk/>
            <pc:sldMk cId="2616061273" sldId="350"/>
            <ac:spMk id="13" creationId="{993BC3A2-EFBF-FF6F-DE3E-B6CD478F88B4}"/>
          </ac:spMkLst>
        </pc:spChg>
        <pc:spChg chg="mod">
          <ac:chgData name="Lizethe Pérez Fuertes" userId="4ae9ef87-2a7d-42f8-8dfa-0a501a9e2ff4" providerId="ADAL" clId="{FDDD45CB-1330-4033-A842-3D2746AFF7C7}" dt="2026-08-11T18:06:40.081" v="559" actId="1076"/>
          <ac:spMkLst>
            <pc:docMk/>
            <pc:sldMk cId="2616061273" sldId="350"/>
            <ac:spMk id="18" creationId="{F4C2D6B6-0EF0-9A03-342C-074BDA126345}"/>
          </ac:spMkLst>
        </pc:spChg>
        <pc:graphicFrameChg chg="mod modGraphic">
          <ac:chgData name="Lizethe Pérez Fuertes" userId="4ae9ef87-2a7d-42f8-8dfa-0a501a9e2ff4" providerId="ADAL" clId="{FDDD45CB-1330-4033-A842-3D2746AFF7C7}" dt="2026-08-11T18:08:12.355" v="574" actId="1076"/>
          <ac:graphicFrameMkLst>
            <pc:docMk/>
            <pc:sldMk cId="2616061273" sldId="350"/>
            <ac:graphicFrameMk id="20" creationId="{AEF01618-86A9-934F-5EB0-1F11011E78B7}"/>
          </ac:graphicFrameMkLst>
        </pc:graphicFrameChg>
      </pc:sldChg>
      <pc:sldChg chg="addSp delSp modSp add mod">
        <pc:chgData name="Lizethe Pérez Fuertes" userId="4ae9ef87-2a7d-42f8-8dfa-0a501a9e2ff4" providerId="ADAL" clId="{FDDD45CB-1330-4033-A842-3D2746AFF7C7}" dt="2026-08-11T18:10:46.601" v="643" actId="1035"/>
        <pc:sldMkLst>
          <pc:docMk/>
          <pc:sldMk cId="2763501894" sldId="351"/>
        </pc:sldMkLst>
        <pc:spChg chg="mod">
          <ac:chgData name="Lizethe Pérez Fuertes" userId="4ae9ef87-2a7d-42f8-8dfa-0a501a9e2ff4" providerId="ADAL" clId="{FDDD45CB-1330-4033-A842-3D2746AFF7C7}" dt="2026-08-11T18:10:46.601" v="643" actId="1035"/>
          <ac:spMkLst>
            <pc:docMk/>
            <pc:sldMk cId="2763501894" sldId="351"/>
            <ac:spMk id="3" creationId="{B76909EC-09B9-DDE4-2174-D97FA306AA25}"/>
          </ac:spMkLst>
        </pc:spChg>
        <pc:picChg chg="add mod">
          <ac:chgData name="Lizethe Pérez Fuertes" userId="4ae9ef87-2a7d-42f8-8dfa-0a501a9e2ff4" providerId="ADAL" clId="{FDDD45CB-1330-4033-A842-3D2746AFF7C7}" dt="2026-08-11T18:10:31.883" v="637" actId="1076"/>
          <ac:picMkLst>
            <pc:docMk/>
            <pc:sldMk cId="2763501894" sldId="351"/>
            <ac:picMk id="5" creationId="{4CCC7562-2A65-7864-338D-BF9EE75D44AD}"/>
          </ac:picMkLst>
        </pc:picChg>
        <pc:picChg chg="add mod">
          <ac:chgData name="Lizethe Pérez Fuertes" userId="4ae9ef87-2a7d-42f8-8dfa-0a501a9e2ff4" providerId="ADAL" clId="{FDDD45CB-1330-4033-A842-3D2746AFF7C7}" dt="2026-08-11T18:10:38.668" v="638" actId="1076"/>
          <ac:picMkLst>
            <pc:docMk/>
            <pc:sldMk cId="2763501894" sldId="351"/>
            <ac:picMk id="9" creationId="{2C848B69-4073-2C39-5052-21D8CA7F6B34}"/>
          </ac:picMkLst>
        </pc:picChg>
      </pc:sldChg>
      <pc:sldChg chg="addSp delSp modSp add mod">
        <pc:chgData name="Lizethe Pérez Fuertes" userId="4ae9ef87-2a7d-42f8-8dfa-0a501a9e2ff4" providerId="ADAL" clId="{FDDD45CB-1330-4033-A842-3D2746AFF7C7}" dt="2026-08-11T22:21:38.284" v="898" actId="1076"/>
        <pc:sldMkLst>
          <pc:docMk/>
          <pc:sldMk cId="3957193108" sldId="353"/>
        </pc:sldMkLst>
        <pc:spChg chg="add mod">
          <ac:chgData name="Lizethe Pérez Fuertes" userId="4ae9ef87-2a7d-42f8-8dfa-0a501a9e2ff4" providerId="ADAL" clId="{FDDD45CB-1330-4033-A842-3D2746AFF7C7}" dt="2026-08-11T22:21:33.399" v="897" actId="1076"/>
          <ac:spMkLst>
            <pc:docMk/>
            <pc:sldMk cId="3957193108" sldId="353"/>
            <ac:spMk id="5" creationId="{CC77D2E1-9A85-41C6-EF5D-DDEFEA17F998}"/>
          </ac:spMkLst>
        </pc:spChg>
        <pc:picChg chg="add mod">
          <ac:chgData name="Lizethe Pérez Fuertes" userId="4ae9ef87-2a7d-42f8-8dfa-0a501a9e2ff4" providerId="ADAL" clId="{FDDD45CB-1330-4033-A842-3D2746AFF7C7}" dt="2026-08-11T22:21:38.284" v="898" actId="1076"/>
          <ac:picMkLst>
            <pc:docMk/>
            <pc:sldMk cId="3957193108" sldId="353"/>
            <ac:picMk id="4" creationId="{29C8B882-49E1-147E-56CB-84745442DFE3}"/>
          </ac:picMkLst>
        </pc:picChg>
      </pc:sldChg>
      <pc:sldMasterChg chg="delSldLayout">
        <pc:chgData name="Lizethe Pérez Fuertes" userId="4ae9ef87-2a7d-42f8-8dfa-0a501a9e2ff4" providerId="ADAL" clId="{FDDD45CB-1330-4033-A842-3D2746AFF7C7}" dt="2026-08-11T17:38:36.060" v="127" actId="47"/>
        <pc:sldMasterMkLst>
          <pc:docMk/>
          <pc:sldMasterMk cId="1000699671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B9EA85-E274-4EA7-8880-BB3ECF55DB78}" type="datetimeFigureOut">
              <a:rPr lang="es-MX" smtClean="0"/>
              <a:t>30/08/2026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CF1478-83C0-459C-9DF2-CF8FE5DEE0C4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70567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3A0CE-3ED0-3973-422B-306CD5DE0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CBE6BDE5-CAA2-8CBE-233A-83438F7A6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91009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5E4FA-02D8-27D0-1292-86C6BA1F5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97D74036-7847-0FCD-4091-7351F05E3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83523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06345-2ABE-5650-C56B-E11A9EF3C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C80AA7AB-CBE0-24BE-427D-975251C823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50813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974E1-5D3F-3331-2C7F-931B7E4BA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11F26918-C93C-754A-A09B-E9C7A159B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69068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314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524718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40883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3E51A-9964-AF89-BE97-42FD3C921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F22B8363-BF95-B561-EDDA-4A8A34F79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53762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B90C8-5101-76A2-07AA-29CFE0F2D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060C3DAC-BC30-2916-9BF4-0A428EFF6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65713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38ECE-821B-024B-AAE1-D773226A4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93D4E4CB-DB9D-D66A-DE1E-6A02A2C73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56916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AFC03-A0EE-7D0D-FB6F-86B996E87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58B07BBD-E96D-858C-6B5A-0EE53908C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534369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30/08/2026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03096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30/08/2026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43500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30/08/2026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49349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30/08/2026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824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30/08/2026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54790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30/08/2026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9717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30/08/2026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29638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30/08/2026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29872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30/08/2026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13588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30/08/2026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09542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1FAC-B3FF-46B8-811B-635049FACAEC}" type="datetimeFigureOut">
              <a:rPr lang="es-MX" smtClean="0"/>
              <a:t>30/08/2026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44803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09850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086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11FAC-B3FF-46B8-811B-635049FACAEC}" type="datetimeFigureOut">
              <a:rPr lang="es-MX" smtClean="0"/>
              <a:t>30/08/2026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64C9A-9A7F-44FA-BC4E-3A9C62273A0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0699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6630" y="404664"/>
            <a:ext cx="7342584" cy="1470025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1037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Pensamiento algorítmico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1A585A2-4B80-479F-964A-0052A3859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5576" y="1772816"/>
            <a:ext cx="6728792" cy="128128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Gráficas con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</a:rPr>
              <a:t>Matplotlib</a:t>
            </a:r>
            <a:endParaRPr lang="es-MX" b="1" dirty="0">
              <a:solidFill>
                <a:schemeClr val="accent4">
                  <a:lumMod val="50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2913B99-1562-5758-3EF2-43FC6F0AD7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6425" y="2858068"/>
            <a:ext cx="4171150" cy="312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AF9A3DB-3D1C-9A5E-10C7-6E89AE7345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624" y="76616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Librerías</a:t>
            </a: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48387A90-B8D0-5633-E0CD-04FD7733D748}"/>
              </a:ext>
            </a:extLst>
          </p:cNvPr>
          <p:cNvSpPr txBox="1"/>
          <p:nvPr/>
        </p:nvSpPr>
        <p:spPr>
          <a:xfrm>
            <a:off x="5278560" y="2057421"/>
            <a:ext cx="3350424" cy="16619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 marR="3810" algn="just"/>
            <a:r>
              <a:rPr spc="-4" dirty="0">
                <a:latin typeface="Corbel"/>
                <a:cs typeface="Corbel"/>
              </a:rPr>
              <a:t>Escri</a:t>
            </a:r>
            <a:r>
              <a:rPr spc="4" dirty="0">
                <a:latin typeface="Corbel"/>
                <a:cs typeface="Corbel"/>
              </a:rPr>
              <a:t>b</a:t>
            </a:r>
            <a:r>
              <a:rPr dirty="0">
                <a:latin typeface="Corbel"/>
                <a:cs typeface="Corbel"/>
              </a:rPr>
              <a:t>imos   </a:t>
            </a:r>
            <a:r>
              <a:rPr spc="-150" dirty="0">
                <a:latin typeface="Corbel"/>
                <a:cs typeface="Corbel"/>
              </a:rPr>
              <a:t> </a:t>
            </a:r>
            <a:r>
              <a:rPr spc="-8" dirty="0">
                <a:latin typeface="Corbel"/>
                <a:cs typeface="Corbel"/>
              </a:rPr>
              <a:t>el</a:t>
            </a:r>
            <a:r>
              <a:rPr dirty="0">
                <a:latin typeface="Corbel"/>
                <a:cs typeface="Corbel"/>
              </a:rPr>
              <a:t>   </a:t>
            </a:r>
            <a:r>
              <a:rPr spc="-158" dirty="0">
                <a:latin typeface="Corbel"/>
                <a:cs typeface="Corbel"/>
              </a:rPr>
              <a:t> </a:t>
            </a:r>
            <a:r>
              <a:rPr spc="-15" dirty="0">
                <a:latin typeface="Corbel"/>
                <a:cs typeface="Corbel"/>
              </a:rPr>
              <a:t>nombr</a:t>
            </a:r>
            <a:r>
              <a:rPr spc="-11" dirty="0">
                <a:latin typeface="Corbel"/>
                <a:cs typeface="Corbel"/>
              </a:rPr>
              <a:t>e</a:t>
            </a:r>
            <a:r>
              <a:rPr dirty="0">
                <a:latin typeface="Corbel"/>
                <a:cs typeface="Corbel"/>
              </a:rPr>
              <a:t>   </a:t>
            </a:r>
            <a:r>
              <a:rPr spc="-158" dirty="0">
                <a:latin typeface="Corbel"/>
                <a:cs typeface="Corbel"/>
              </a:rPr>
              <a:t> </a:t>
            </a:r>
            <a:r>
              <a:rPr spc="-15" dirty="0">
                <a:latin typeface="Corbel"/>
                <a:cs typeface="Corbel"/>
              </a:rPr>
              <a:t>d</a:t>
            </a:r>
            <a:r>
              <a:rPr spc="-11" dirty="0">
                <a:latin typeface="Corbel"/>
                <a:cs typeface="Corbel"/>
              </a:rPr>
              <a:t>e</a:t>
            </a:r>
            <a:r>
              <a:rPr dirty="0">
                <a:latin typeface="Corbel"/>
                <a:cs typeface="Corbel"/>
              </a:rPr>
              <a:t>   </a:t>
            </a:r>
            <a:r>
              <a:rPr spc="-150" dirty="0">
                <a:latin typeface="Corbel"/>
                <a:cs typeface="Corbel"/>
              </a:rPr>
              <a:t> </a:t>
            </a:r>
            <a:r>
              <a:rPr spc="-11" dirty="0">
                <a:latin typeface="Corbel"/>
                <a:cs typeface="Corbel"/>
              </a:rPr>
              <a:t>la</a:t>
            </a:r>
            <a:r>
              <a:rPr spc="-8" dirty="0">
                <a:latin typeface="Corbel"/>
                <a:cs typeface="Corbel"/>
              </a:rPr>
              <a:t> </a:t>
            </a:r>
            <a:r>
              <a:rPr spc="-4" dirty="0">
                <a:latin typeface="Corbel"/>
                <a:cs typeface="Corbel"/>
              </a:rPr>
              <a:t>l</a:t>
            </a:r>
            <a:r>
              <a:rPr spc="-8" dirty="0">
                <a:latin typeface="Corbel"/>
                <a:cs typeface="Corbel"/>
              </a:rPr>
              <a:t>i</a:t>
            </a:r>
            <a:r>
              <a:rPr spc="-19" dirty="0">
                <a:latin typeface="Corbel"/>
                <a:cs typeface="Corbel"/>
              </a:rPr>
              <a:t>b</a:t>
            </a:r>
            <a:r>
              <a:rPr spc="-8" dirty="0">
                <a:latin typeface="Corbel"/>
                <a:cs typeface="Corbel"/>
              </a:rPr>
              <a:t>rería,</a:t>
            </a:r>
            <a:r>
              <a:rPr dirty="0">
                <a:latin typeface="Corbel"/>
                <a:cs typeface="Corbel"/>
              </a:rPr>
              <a:t> </a:t>
            </a:r>
            <a:r>
              <a:rPr spc="120" dirty="0">
                <a:latin typeface="Corbel"/>
                <a:cs typeface="Corbel"/>
              </a:rPr>
              <a:t> </a:t>
            </a:r>
            <a:r>
              <a:rPr spc="-4" dirty="0">
                <a:latin typeface="Corbel"/>
                <a:cs typeface="Corbel"/>
              </a:rPr>
              <a:t>c</a:t>
            </a:r>
            <a:r>
              <a:rPr spc="4" dirty="0">
                <a:latin typeface="Corbel"/>
                <a:cs typeface="Corbel"/>
              </a:rPr>
              <a:t>l</a:t>
            </a:r>
            <a:r>
              <a:rPr dirty="0">
                <a:latin typeface="Corbel"/>
                <a:cs typeface="Corbel"/>
              </a:rPr>
              <a:t>ic </a:t>
            </a:r>
            <a:r>
              <a:rPr spc="116" dirty="0">
                <a:latin typeface="Corbel"/>
                <a:cs typeface="Corbel"/>
              </a:rPr>
              <a:t> </a:t>
            </a:r>
            <a:r>
              <a:rPr spc="-8" dirty="0">
                <a:latin typeface="Corbel"/>
                <a:cs typeface="Corbel"/>
              </a:rPr>
              <a:t>e</a:t>
            </a:r>
            <a:r>
              <a:rPr spc="-11" dirty="0">
                <a:latin typeface="Corbel"/>
                <a:cs typeface="Corbel"/>
              </a:rPr>
              <a:t>n</a:t>
            </a:r>
            <a:r>
              <a:rPr dirty="0">
                <a:latin typeface="Corbel"/>
                <a:cs typeface="Corbel"/>
              </a:rPr>
              <a:t> </a:t>
            </a:r>
            <a:r>
              <a:rPr spc="113" dirty="0">
                <a:latin typeface="Corbel"/>
                <a:cs typeface="Corbel"/>
              </a:rPr>
              <a:t> </a:t>
            </a:r>
            <a:r>
              <a:rPr b="1" spc="-4" dirty="0">
                <a:latin typeface="Corbel"/>
                <a:cs typeface="Corbel"/>
              </a:rPr>
              <a:t>Fi</a:t>
            </a:r>
            <a:r>
              <a:rPr b="1" spc="-8" dirty="0">
                <a:latin typeface="Corbel"/>
                <a:cs typeface="Corbel"/>
              </a:rPr>
              <a:t>n</a:t>
            </a:r>
            <a:r>
              <a:rPr b="1" spc="-11" dirty="0">
                <a:latin typeface="Corbel"/>
                <a:cs typeface="Corbel"/>
              </a:rPr>
              <a:t>d</a:t>
            </a:r>
            <a:r>
              <a:rPr b="1" dirty="0">
                <a:latin typeface="Corbel"/>
                <a:cs typeface="Corbel"/>
              </a:rPr>
              <a:t> </a:t>
            </a:r>
            <a:r>
              <a:rPr b="1" spc="113" dirty="0">
                <a:latin typeface="Corbel"/>
                <a:cs typeface="Corbel"/>
              </a:rPr>
              <a:t> </a:t>
            </a:r>
            <a:r>
              <a:rPr b="1" spc="4" dirty="0">
                <a:latin typeface="Corbel"/>
                <a:cs typeface="Corbel"/>
              </a:rPr>
              <a:t>P</a:t>
            </a:r>
            <a:r>
              <a:rPr b="1" spc="-11" dirty="0">
                <a:latin typeface="Corbel"/>
                <a:cs typeface="Corbel"/>
              </a:rPr>
              <a:t>ackages</a:t>
            </a:r>
            <a:r>
              <a:rPr b="1" spc="-4" dirty="0">
                <a:latin typeface="Corbel"/>
                <a:cs typeface="Corbel"/>
              </a:rPr>
              <a:t> Fr</a:t>
            </a:r>
            <a:r>
              <a:rPr b="1" spc="4" dirty="0">
                <a:latin typeface="Corbel"/>
                <a:cs typeface="Corbel"/>
              </a:rPr>
              <a:t>o</a:t>
            </a:r>
            <a:r>
              <a:rPr b="1" spc="-15" dirty="0">
                <a:latin typeface="Corbel"/>
                <a:cs typeface="Corbel"/>
              </a:rPr>
              <a:t>m</a:t>
            </a:r>
            <a:r>
              <a:rPr b="1" dirty="0">
                <a:latin typeface="Corbel"/>
                <a:cs typeface="Corbel"/>
              </a:rPr>
              <a:t> </a:t>
            </a:r>
            <a:r>
              <a:rPr b="1" spc="-143" dirty="0">
                <a:latin typeface="Corbel"/>
                <a:cs typeface="Corbel"/>
              </a:rPr>
              <a:t> </a:t>
            </a:r>
            <a:r>
              <a:rPr b="1" spc="-4" dirty="0">
                <a:latin typeface="Corbel"/>
                <a:cs typeface="Corbel"/>
              </a:rPr>
              <a:t>PyP</a:t>
            </a:r>
            <a:r>
              <a:rPr b="1" dirty="0">
                <a:latin typeface="Corbel"/>
                <a:cs typeface="Corbel"/>
              </a:rPr>
              <a:t>I </a:t>
            </a:r>
            <a:r>
              <a:rPr b="1" spc="-135" dirty="0">
                <a:latin typeface="Corbel"/>
                <a:cs typeface="Corbel"/>
              </a:rPr>
              <a:t> </a:t>
            </a:r>
            <a:r>
              <a:rPr dirty="0">
                <a:latin typeface="Corbel"/>
                <a:cs typeface="Corbel"/>
              </a:rPr>
              <a:t>y </a:t>
            </a:r>
            <a:r>
              <a:rPr spc="-135" dirty="0">
                <a:latin typeface="Corbel"/>
                <a:cs typeface="Corbel"/>
              </a:rPr>
              <a:t> </a:t>
            </a:r>
            <a:r>
              <a:rPr spc="-4" dirty="0">
                <a:latin typeface="Corbel"/>
                <a:cs typeface="Corbel"/>
              </a:rPr>
              <a:t>cli</a:t>
            </a:r>
            <a:r>
              <a:rPr dirty="0">
                <a:latin typeface="Corbel"/>
                <a:cs typeface="Corbel"/>
              </a:rPr>
              <a:t>c </a:t>
            </a:r>
            <a:r>
              <a:rPr spc="-135" dirty="0">
                <a:latin typeface="Corbel"/>
                <a:cs typeface="Corbel"/>
              </a:rPr>
              <a:t> </a:t>
            </a:r>
            <a:r>
              <a:rPr spc="-8" dirty="0">
                <a:latin typeface="Corbel"/>
                <a:cs typeface="Corbel"/>
              </a:rPr>
              <a:t>e</a:t>
            </a:r>
            <a:r>
              <a:rPr spc="-11" dirty="0">
                <a:latin typeface="Corbel"/>
                <a:cs typeface="Corbel"/>
              </a:rPr>
              <a:t>n</a:t>
            </a:r>
            <a:r>
              <a:rPr dirty="0">
                <a:latin typeface="Corbel"/>
                <a:cs typeface="Corbel"/>
              </a:rPr>
              <a:t> </a:t>
            </a:r>
            <a:r>
              <a:rPr spc="-143" dirty="0">
                <a:latin typeface="Corbel"/>
                <a:cs typeface="Corbel"/>
              </a:rPr>
              <a:t> </a:t>
            </a:r>
            <a:r>
              <a:rPr dirty="0">
                <a:latin typeface="Corbel"/>
                <a:cs typeface="Corbel"/>
              </a:rPr>
              <a:t>in</a:t>
            </a:r>
            <a:r>
              <a:rPr spc="8" dirty="0">
                <a:latin typeface="Corbel"/>
                <a:cs typeface="Corbel"/>
              </a:rPr>
              <a:t>s</a:t>
            </a:r>
            <a:r>
              <a:rPr spc="-11" dirty="0">
                <a:latin typeface="Corbel"/>
                <a:cs typeface="Corbel"/>
              </a:rPr>
              <a:t>t</a:t>
            </a:r>
            <a:r>
              <a:rPr spc="-8" dirty="0">
                <a:latin typeface="Corbel"/>
                <a:cs typeface="Corbel"/>
              </a:rPr>
              <a:t>ala</a:t>
            </a:r>
            <a:r>
              <a:rPr spc="-109" dirty="0">
                <a:latin typeface="Corbel"/>
                <a:cs typeface="Corbel"/>
              </a:rPr>
              <a:t>r</a:t>
            </a:r>
            <a:r>
              <a:rPr dirty="0">
                <a:latin typeface="Corbel"/>
                <a:cs typeface="Corbel"/>
              </a:rPr>
              <a:t>. </a:t>
            </a:r>
            <a:r>
              <a:rPr spc="-135" dirty="0">
                <a:latin typeface="Corbel"/>
                <a:cs typeface="Corbel"/>
              </a:rPr>
              <a:t> </a:t>
            </a:r>
            <a:r>
              <a:rPr spc="-4" dirty="0">
                <a:latin typeface="Corbel"/>
                <a:cs typeface="Corbel"/>
              </a:rPr>
              <a:t>Es </a:t>
            </a:r>
            <a:r>
              <a:rPr spc="-15" dirty="0">
                <a:latin typeface="Corbel"/>
                <a:cs typeface="Corbel"/>
              </a:rPr>
              <a:t>nec</a:t>
            </a:r>
            <a:r>
              <a:rPr spc="-8" dirty="0">
                <a:latin typeface="Corbel"/>
                <a:cs typeface="Corbel"/>
              </a:rPr>
              <a:t>e</a:t>
            </a:r>
            <a:r>
              <a:rPr spc="-4" dirty="0">
                <a:latin typeface="Corbel"/>
                <a:cs typeface="Corbel"/>
              </a:rPr>
              <a:t>sari</a:t>
            </a:r>
            <a:r>
              <a:rPr dirty="0">
                <a:latin typeface="Corbel"/>
                <a:cs typeface="Corbel"/>
              </a:rPr>
              <a:t>o</a:t>
            </a:r>
            <a:r>
              <a:rPr spc="139" dirty="0">
                <a:latin typeface="Corbel"/>
                <a:cs typeface="Corbel"/>
              </a:rPr>
              <a:t> </a:t>
            </a:r>
            <a:r>
              <a:rPr spc="-4" dirty="0">
                <a:latin typeface="Corbel"/>
                <a:cs typeface="Corbel"/>
              </a:rPr>
              <a:t>hacerl</a:t>
            </a:r>
            <a:r>
              <a:rPr dirty="0">
                <a:latin typeface="Corbel"/>
                <a:cs typeface="Corbel"/>
              </a:rPr>
              <a:t>o</a:t>
            </a:r>
            <a:r>
              <a:rPr spc="143" dirty="0">
                <a:latin typeface="Corbel"/>
                <a:cs typeface="Corbel"/>
              </a:rPr>
              <a:t> </a:t>
            </a:r>
            <a:r>
              <a:rPr spc="-8" dirty="0">
                <a:latin typeface="Corbel"/>
                <a:cs typeface="Corbel"/>
              </a:rPr>
              <a:t>c</a:t>
            </a:r>
            <a:r>
              <a:rPr spc="-4" dirty="0">
                <a:latin typeface="Corbel"/>
                <a:cs typeface="Corbel"/>
              </a:rPr>
              <a:t>o</a:t>
            </a:r>
            <a:r>
              <a:rPr dirty="0">
                <a:latin typeface="Corbel"/>
                <a:cs typeface="Corbel"/>
              </a:rPr>
              <a:t>n</a:t>
            </a:r>
            <a:r>
              <a:rPr spc="131" dirty="0">
                <a:latin typeface="Corbel"/>
                <a:cs typeface="Corbel"/>
              </a:rPr>
              <a:t> </a:t>
            </a:r>
            <a:r>
              <a:rPr spc="-8" dirty="0">
                <a:latin typeface="Corbel"/>
                <a:cs typeface="Corbel"/>
              </a:rPr>
              <a:t>c</a:t>
            </a:r>
            <a:r>
              <a:rPr spc="-11" dirty="0">
                <a:latin typeface="Corbel"/>
                <a:cs typeface="Corbel"/>
              </a:rPr>
              <a:t>ada</a:t>
            </a:r>
            <a:r>
              <a:rPr spc="131" dirty="0">
                <a:latin typeface="Corbel"/>
                <a:cs typeface="Corbel"/>
              </a:rPr>
              <a:t> </a:t>
            </a:r>
            <a:r>
              <a:rPr spc="-11" dirty="0">
                <a:latin typeface="Corbel"/>
                <a:cs typeface="Corbel"/>
              </a:rPr>
              <a:t>una</a:t>
            </a:r>
            <a:r>
              <a:rPr spc="-4" dirty="0">
                <a:latin typeface="Corbel"/>
                <a:cs typeface="Corbel"/>
              </a:rPr>
              <a:t> </a:t>
            </a:r>
            <a:r>
              <a:rPr spc="-15" dirty="0">
                <a:latin typeface="Corbel"/>
                <a:cs typeface="Corbel"/>
              </a:rPr>
              <a:t>d</a:t>
            </a:r>
            <a:r>
              <a:rPr spc="-11" dirty="0">
                <a:latin typeface="Corbel"/>
                <a:cs typeface="Corbel"/>
              </a:rPr>
              <a:t>e</a:t>
            </a:r>
            <a:r>
              <a:rPr dirty="0">
                <a:latin typeface="Corbel"/>
                <a:cs typeface="Corbel"/>
              </a:rPr>
              <a:t> </a:t>
            </a:r>
            <a:r>
              <a:rPr spc="83" dirty="0">
                <a:latin typeface="Corbel"/>
                <a:cs typeface="Corbel"/>
              </a:rPr>
              <a:t> </a:t>
            </a:r>
            <a:r>
              <a:rPr spc="-8" dirty="0">
                <a:latin typeface="Corbel"/>
                <a:cs typeface="Corbel"/>
              </a:rPr>
              <a:t>las</a:t>
            </a:r>
            <a:r>
              <a:rPr dirty="0">
                <a:latin typeface="Corbel"/>
                <a:cs typeface="Corbel"/>
              </a:rPr>
              <a:t> </a:t>
            </a:r>
            <a:r>
              <a:rPr spc="79" dirty="0">
                <a:latin typeface="Corbel"/>
                <a:cs typeface="Corbel"/>
              </a:rPr>
              <a:t> </a:t>
            </a:r>
            <a:r>
              <a:rPr spc="-4" dirty="0">
                <a:latin typeface="Corbel"/>
                <a:cs typeface="Corbel"/>
              </a:rPr>
              <a:t>l</a:t>
            </a:r>
            <a:r>
              <a:rPr spc="-8" dirty="0">
                <a:latin typeface="Corbel"/>
                <a:cs typeface="Corbel"/>
              </a:rPr>
              <a:t>i</a:t>
            </a:r>
            <a:r>
              <a:rPr spc="-19" dirty="0">
                <a:latin typeface="Corbel"/>
                <a:cs typeface="Corbel"/>
              </a:rPr>
              <a:t>b</a:t>
            </a:r>
            <a:r>
              <a:rPr spc="-8" dirty="0">
                <a:latin typeface="Corbel"/>
                <a:cs typeface="Corbel"/>
              </a:rPr>
              <a:t>r</a:t>
            </a:r>
            <a:r>
              <a:rPr dirty="0">
                <a:latin typeface="Corbel"/>
                <a:cs typeface="Corbel"/>
              </a:rPr>
              <a:t>e</a:t>
            </a:r>
            <a:r>
              <a:rPr spc="-8" dirty="0">
                <a:latin typeface="Corbel"/>
                <a:cs typeface="Corbel"/>
              </a:rPr>
              <a:t>rías</a:t>
            </a:r>
            <a:r>
              <a:rPr dirty="0">
                <a:latin typeface="Corbel"/>
                <a:cs typeface="Corbel"/>
              </a:rPr>
              <a:t> </a:t>
            </a:r>
            <a:r>
              <a:rPr spc="83" dirty="0">
                <a:latin typeface="Corbel"/>
                <a:cs typeface="Corbel"/>
              </a:rPr>
              <a:t> </a:t>
            </a:r>
            <a:r>
              <a:rPr spc="-11" dirty="0">
                <a:latin typeface="Corbel"/>
                <a:cs typeface="Corbel"/>
              </a:rPr>
              <a:t>que</a:t>
            </a:r>
            <a:r>
              <a:rPr dirty="0">
                <a:latin typeface="Corbel"/>
                <a:cs typeface="Corbel"/>
              </a:rPr>
              <a:t> </a:t>
            </a:r>
            <a:r>
              <a:rPr spc="86" dirty="0">
                <a:latin typeface="Corbel"/>
                <a:cs typeface="Corbel"/>
              </a:rPr>
              <a:t> </a:t>
            </a:r>
            <a:r>
              <a:rPr spc="-11" dirty="0">
                <a:latin typeface="Corbel"/>
                <a:cs typeface="Corbel"/>
              </a:rPr>
              <a:t>se</a:t>
            </a:r>
            <a:r>
              <a:rPr dirty="0">
                <a:latin typeface="Corbel"/>
                <a:cs typeface="Corbel"/>
              </a:rPr>
              <a:t> </a:t>
            </a:r>
            <a:r>
              <a:rPr spc="75" dirty="0">
                <a:latin typeface="Corbel"/>
                <a:cs typeface="Corbel"/>
              </a:rPr>
              <a:t> </a:t>
            </a:r>
            <a:r>
              <a:rPr spc="-11" dirty="0">
                <a:latin typeface="Corbel"/>
                <a:cs typeface="Corbel"/>
              </a:rPr>
              <a:t>des</a:t>
            </a:r>
            <a:r>
              <a:rPr spc="-8" dirty="0">
                <a:latin typeface="Corbel"/>
                <a:cs typeface="Corbel"/>
              </a:rPr>
              <a:t>e</a:t>
            </a:r>
            <a:r>
              <a:rPr spc="-11" dirty="0">
                <a:latin typeface="Corbel"/>
                <a:cs typeface="Corbel"/>
              </a:rPr>
              <a:t>en</a:t>
            </a:r>
            <a:r>
              <a:rPr spc="-4" dirty="0">
                <a:latin typeface="Corbel"/>
                <a:cs typeface="Corbel"/>
              </a:rPr>
              <a:t> </a:t>
            </a:r>
            <a:r>
              <a:rPr dirty="0">
                <a:latin typeface="Corbel"/>
                <a:cs typeface="Corbel"/>
              </a:rPr>
              <a:t>i</a:t>
            </a:r>
            <a:r>
              <a:rPr spc="-11" dirty="0">
                <a:latin typeface="Corbel"/>
                <a:cs typeface="Corbel"/>
              </a:rPr>
              <a:t>n</a:t>
            </a:r>
            <a:r>
              <a:rPr spc="-4" dirty="0">
                <a:latin typeface="Corbel"/>
                <a:cs typeface="Corbel"/>
              </a:rPr>
              <a:t>sta</a:t>
            </a:r>
            <a:r>
              <a:rPr spc="-8" dirty="0">
                <a:latin typeface="Corbel"/>
                <a:cs typeface="Corbel"/>
              </a:rPr>
              <a:t>l</a:t>
            </a:r>
            <a:r>
              <a:rPr spc="-11" dirty="0">
                <a:latin typeface="Corbel"/>
                <a:cs typeface="Corbel"/>
              </a:rPr>
              <a:t>a</a:t>
            </a:r>
            <a:r>
              <a:rPr spc="-109" dirty="0">
                <a:latin typeface="Corbel"/>
                <a:cs typeface="Corbel"/>
              </a:rPr>
              <a:t>r</a:t>
            </a:r>
            <a:r>
              <a:rPr dirty="0">
                <a:latin typeface="Corbel"/>
                <a:cs typeface="Corbel"/>
              </a:rPr>
              <a:t>.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10B0507B-3D52-32E9-9C30-B98FF46EA682}"/>
              </a:ext>
            </a:extLst>
          </p:cNvPr>
          <p:cNvSpPr txBox="1">
            <a:spLocks/>
          </p:cNvSpPr>
          <p:nvPr/>
        </p:nvSpPr>
        <p:spPr>
          <a:xfrm>
            <a:off x="-468560" y="1268760"/>
            <a:ext cx="7729392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27798" algn="l"/>
            <a:r>
              <a:rPr lang="es-MX" sz="2000" dirty="0">
                <a:latin typeface="Arial Rounded MT Bold"/>
                <a:cs typeface="Arial Rounded MT Bold"/>
              </a:rPr>
              <a:t>Si </a:t>
            </a:r>
            <a:r>
              <a:rPr lang="es-MX" sz="2000" spc="-8" dirty="0">
                <a:latin typeface="Arial Rounded MT Bold"/>
                <a:cs typeface="Arial Rounded MT Bold"/>
              </a:rPr>
              <a:t>u</a:t>
            </a:r>
            <a:r>
              <a:rPr lang="es-MX" sz="2000" dirty="0">
                <a:latin typeface="Arial Rounded MT Bold"/>
                <a:cs typeface="Arial Rounded MT Bold"/>
              </a:rPr>
              <a:t>samos </a:t>
            </a:r>
            <a:r>
              <a:rPr lang="es-MX" sz="2000" spc="-30" dirty="0">
                <a:latin typeface="Arial Rounded MT Bold"/>
                <a:cs typeface="Arial Rounded MT Bold"/>
              </a:rPr>
              <a:t>T</a:t>
            </a:r>
            <a:r>
              <a:rPr lang="es-MX" sz="2000" dirty="0">
                <a:latin typeface="Arial Rounded MT Bold"/>
                <a:cs typeface="Arial Rounded MT Bold"/>
              </a:rPr>
              <a:t>ho</a:t>
            </a:r>
            <a:r>
              <a:rPr lang="es-MX" sz="2000" spc="-11" dirty="0">
                <a:latin typeface="Arial Rounded MT Bold"/>
                <a:cs typeface="Arial Rounded MT Bold"/>
              </a:rPr>
              <a:t>n</a:t>
            </a:r>
            <a:r>
              <a:rPr lang="es-MX" sz="2000" dirty="0">
                <a:latin typeface="Arial Rounded MT Bold"/>
                <a:cs typeface="Arial Rounded MT Bold"/>
              </a:rPr>
              <a:t>ny d</a:t>
            </a:r>
            <a:r>
              <a:rPr lang="es-MX" sz="2000" spc="-26" dirty="0">
                <a:latin typeface="Arial Rounded MT Bold"/>
                <a:cs typeface="Arial Rounded MT Bold"/>
              </a:rPr>
              <a:t>e</a:t>
            </a:r>
            <a:r>
              <a:rPr lang="es-MX" sz="2000" dirty="0">
                <a:latin typeface="Arial Rounded MT Bold"/>
                <a:cs typeface="Arial Rounded MT Bold"/>
              </a:rPr>
              <a:t>bemos</a:t>
            </a:r>
            <a:r>
              <a:rPr lang="es-MX" sz="2000" spc="-19" dirty="0">
                <a:latin typeface="Arial Rounded MT Bold"/>
                <a:cs typeface="Arial Rounded MT Bold"/>
              </a:rPr>
              <a:t> </a:t>
            </a:r>
            <a:r>
              <a:rPr lang="es-MX" sz="2000" dirty="0">
                <a:latin typeface="Arial Rounded MT Bold"/>
                <a:cs typeface="Arial Rounded MT Bold"/>
              </a:rPr>
              <a:t>instalar</a:t>
            </a:r>
            <a:r>
              <a:rPr lang="es-MX" sz="2000" spc="-19" dirty="0">
                <a:latin typeface="Arial Rounded MT Bold"/>
                <a:cs typeface="Arial Rounded MT Bold"/>
              </a:rPr>
              <a:t> </a:t>
            </a:r>
            <a:r>
              <a:rPr lang="es-MX" sz="2000" dirty="0">
                <a:latin typeface="Arial Rounded MT Bold"/>
                <a:cs typeface="Arial Rounded MT Bold"/>
              </a:rPr>
              <a:t>las</a:t>
            </a:r>
            <a:r>
              <a:rPr lang="es-MX" sz="2000" spc="-19" dirty="0">
                <a:latin typeface="Arial Rounded MT Bold"/>
                <a:cs typeface="Arial Rounded MT Bold"/>
              </a:rPr>
              <a:t> </a:t>
            </a:r>
            <a:r>
              <a:rPr lang="es-MX" sz="2000" dirty="0">
                <a:latin typeface="Arial Rounded MT Bold"/>
                <a:cs typeface="Arial Rounded MT Bold"/>
              </a:rPr>
              <a:t>l</a:t>
            </a:r>
            <a:r>
              <a:rPr lang="es-MX" sz="2000" spc="-8" dirty="0">
                <a:latin typeface="Arial Rounded MT Bold"/>
                <a:cs typeface="Arial Rounded MT Bold"/>
              </a:rPr>
              <a:t>i</a:t>
            </a:r>
            <a:r>
              <a:rPr lang="es-MX" sz="2000" dirty="0">
                <a:latin typeface="Arial Rounded MT Bold"/>
                <a:cs typeface="Arial Rounded MT Bold"/>
              </a:rPr>
              <a:t>b</a:t>
            </a:r>
            <a:r>
              <a:rPr lang="es-MX" sz="2000" spc="-64" dirty="0">
                <a:latin typeface="Arial Rounded MT Bold"/>
                <a:cs typeface="Arial Rounded MT Bold"/>
              </a:rPr>
              <a:t>r</a:t>
            </a:r>
            <a:r>
              <a:rPr lang="es-MX" sz="2000" spc="-4" dirty="0">
                <a:latin typeface="Arial Rounded MT Bold"/>
                <a:cs typeface="Arial Rounded MT Bold"/>
              </a:rPr>
              <a:t>erías</a:t>
            </a:r>
            <a:endParaRPr lang="es-MX" sz="2000" dirty="0">
              <a:latin typeface="Arial Rounded MT Bold"/>
              <a:cs typeface="Arial Rounded MT Bold"/>
            </a:endParaRPr>
          </a:p>
          <a:p>
            <a:pPr marL="1427798" algn="l"/>
            <a:r>
              <a:rPr lang="es-MX" sz="2000" spc="-4" dirty="0">
                <a:latin typeface="Arial Rounded MT Bold"/>
                <a:cs typeface="Arial Rounded MT Bold"/>
              </a:rPr>
              <a:t>com</a:t>
            </a:r>
            <a:r>
              <a:rPr lang="es-MX" sz="2000" dirty="0">
                <a:latin typeface="Arial Rounded MT Bold"/>
                <a:cs typeface="Arial Rounded MT Bold"/>
              </a:rPr>
              <a:t>o</a:t>
            </a:r>
            <a:r>
              <a:rPr lang="es-MX" sz="2000" spc="4" dirty="0">
                <a:latin typeface="Arial Rounded MT Bold"/>
                <a:cs typeface="Arial Rounded MT Bold"/>
              </a:rPr>
              <a:t> </a:t>
            </a:r>
            <a:r>
              <a:rPr lang="es-MX" sz="2000" spc="-30" dirty="0" err="1">
                <a:latin typeface="Arial Rounded MT Bold"/>
                <a:cs typeface="Arial Rounded MT Bold"/>
              </a:rPr>
              <a:t>n</a:t>
            </a:r>
            <a:r>
              <a:rPr lang="es-MX" sz="2000" dirty="0" err="1">
                <a:latin typeface="Arial Rounded MT Bold"/>
                <a:cs typeface="Arial Rounded MT Bold"/>
              </a:rPr>
              <a:t>um</a:t>
            </a:r>
            <a:r>
              <a:rPr lang="es-MX" sz="2000" spc="-34" dirty="0" err="1">
                <a:latin typeface="Arial Rounded MT Bold"/>
                <a:cs typeface="Arial Rounded MT Bold"/>
              </a:rPr>
              <a:t>p</a:t>
            </a:r>
            <a:r>
              <a:rPr lang="es-MX" sz="2000" spc="-180" dirty="0" err="1">
                <a:latin typeface="Arial Rounded MT Bold"/>
                <a:cs typeface="Arial Rounded MT Bold"/>
              </a:rPr>
              <a:t>y</a:t>
            </a:r>
            <a:r>
              <a:rPr lang="es-MX" sz="2000" dirty="0">
                <a:latin typeface="Arial Rounded MT Bold"/>
                <a:cs typeface="Arial Rounded MT Bold"/>
              </a:rPr>
              <a:t>, pandas</a:t>
            </a:r>
            <a:r>
              <a:rPr lang="es-MX" sz="2000" spc="-11" dirty="0">
                <a:latin typeface="Arial Rounded MT Bold"/>
                <a:cs typeface="Arial Rounded MT Bold"/>
              </a:rPr>
              <a:t> </a:t>
            </a:r>
            <a:r>
              <a:rPr lang="es-MX" sz="2000" dirty="0">
                <a:latin typeface="Arial Rounded MT Bold"/>
                <a:cs typeface="Arial Rounded MT Bold"/>
              </a:rPr>
              <a:t>y</a:t>
            </a:r>
            <a:r>
              <a:rPr lang="es-MX" sz="2000" spc="8" dirty="0">
                <a:latin typeface="Arial Rounded MT Bold"/>
                <a:cs typeface="Arial Rounded MT Bold"/>
              </a:rPr>
              <a:t> </a:t>
            </a:r>
            <a:r>
              <a:rPr lang="es-MX" sz="2000" dirty="0" err="1">
                <a:latin typeface="Arial Rounded MT Bold"/>
                <a:cs typeface="Arial Rounded MT Bold"/>
              </a:rPr>
              <a:t>m</a:t>
            </a:r>
            <a:r>
              <a:rPr lang="es-MX" sz="2000" spc="-64" dirty="0" err="1">
                <a:latin typeface="Arial Rounded MT Bold"/>
                <a:cs typeface="Arial Rounded MT Bold"/>
              </a:rPr>
              <a:t>a</a:t>
            </a:r>
            <a:r>
              <a:rPr lang="es-MX" sz="2000" dirty="0" err="1">
                <a:latin typeface="Arial Rounded MT Bold"/>
                <a:cs typeface="Arial Rounded MT Bold"/>
              </a:rPr>
              <a:t>tplotli</a:t>
            </a:r>
            <a:r>
              <a:rPr lang="es-MX" sz="2000" spc="-153" dirty="0" err="1">
                <a:latin typeface="Arial Rounded MT Bold"/>
                <a:cs typeface="Arial Rounded MT Bold"/>
              </a:rPr>
              <a:t>b</a:t>
            </a:r>
            <a:r>
              <a:rPr lang="es-MX" sz="2000" dirty="0">
                <a:latin typeface="Arial Rounded MT Bold"/>
                <a:cs typeface="Arial Rounded MT Bold"/>
              </a:rPr>
              <a:t>.</a:t>
            </a: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63ADC096-0225-76FF-EE86-182A49E11943}"/>
              </a:ext>
            </a:extLst>
          </p:cNvPr>
          <p:cNvSpPr txBox="1"/>
          <p:nvPr/>
        </p:nvSpPr>
        <p:spPr>
          <a:xfrm>
            <a:off x="971600" y="2071633"/>
            <a:ext cx="379123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pc="-4" dirty="0">
                <a:latin typeface="Corbel"/>
                <a:cs typeface="Corbel"/>
              </a:rPr>
              <a:t>E</a:t>
            </a:r>
            <a:r>
              <a:rPr dirty="0">
                <a:latin typeface="Corbel"/>
                <a:cs typeface="Corbel"/>
              </a:rPr>
              <a:t>n</a:t>
            </a:r>
            <a:r>
              <a:rPr spc="-127" dirty="0">
                <a:latin typeface="Corbel"/>
                <a:cs typeface="Corbel"/>
              </a:rPr>
              <a:t> </a:t>
            </a:r>
            <a:r>
              <a:rPr b="1" spc="-120" dirty="0">
                <a:latin typeface="Corbel"/>
                <a:cs typeface="Corbel"/>
              </a:rPr>
              <a:t>T</a:t>
            </a:r>
            <a:r>
              <a:rPr b="1" spc="-4" dirty="0">
                <a:latin typeface="Corbel"/>
                <a:cs typeface="Corbel"/>
              </a:rPr>
              <a:t>ool</a:t>
            </a:r>
            <a:r>
              <a:rPr b="1" dirty="0">
                <a:latin typeface="Corbel"/>
                <a:cs typeface="Corbel"/>
              </a:rPr>
              <a:t>s</a:t>
            </a:r>
            <a:r>
              <a:rPr b="1" spc="-8" dirty="0">
                <a:latin typeface="Corbel"/>
                <a:cs typeface="Corbel"/>
              </a:rPr>
              <a:t> </a:t>
            </a:r>
            <a:r>
              <a:rPr b="1" spc="-4" dirty="0">
                <a:latin typeface="Corbel"/>
                <a:cs typeface="Corbel"/>
              </a:rPr>
              <a:t>-</a:t>
            </a:r>
            <a:r>
              <a:rPr b="1" spc="-56" dirty="0">
                <a:latin typeface="Microsoft Sans Serif"/>
                <a:cs typeface="Microsoft Sans Serif"/>
              </a:rPr>
              <a:t>→</a:t>
            </a:r>
            <a:r>
              <a:rPr b="1" spc="-120" dirty="0">
                <a:latin typeface="Microsoft Sans Serif"/>
                <a:cs typeface="Microsoft Sans Serif"/>
              </a:rPr>
              <a:t> </a:t>
            </a:r>
            <a:r>
              <a:rPr b="1" dirty="0">
                <a:latin typeface="Corbel"/>
                <a:cs typeface="Corbel"/>
              </a:rPr>
              <a:t>M</a:t>
            </a:r>
            <a:r>
              <a:rPr b="1" spc="-8" dirty="0">
                <a:latin typeface="Corbel"/>
                <a:cs typeface="Corbel"/>
              </a:rPr>
              <a:t>a</a:t>
            </a:r>
            <a:r>
              <a:rPr b="1" spc="-4" dirty="0">
                <a:latin typeface="Corbel"/>
                <a:cs typeface="Corbel"/>
              </a:rPr>
              <a:t>n</a:t>
            </a:r>
            <a:r>
              <a:rPr b="1" spc="-8" dirty="0">
                <a:latin typeface="Corbel"/>
                <a:cs typeface="Corbel"/>
              </a:rPr>
              <a:t>a</a:t>
            </a:r>
            <a:r>
              <a:rPr b="1" dirty="0">
                <a:latin typeface="Corbel"/>
                <a:cs typeface="Corbel"/>
              </a:rPr>
              <a:t>ge pack</a:t>
            </a:r>
            <a:r>
              <a:rPr b="1" spc="-8" dirty="0">
                <a:latin typeface="Corbel"/>
                <a:cs typeface="Corbel"/>
              </a:rPr>
              <a:t>a</a:t>
            </a:r>
            <a:r>
              <a:rPr b="1" dirty="0">
                <a:latin typeface="Corbel"/>
                <a:cs typeface="Corbel"/>
              </a:rPr>
              <a:t>ges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681B0E7-EE8A-1C2D-AB74-135D56A29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908" y="2394352"/>
            <a:ext cx="3782034" cy="186520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1B7CF8F-6DA9-C35C-4735-BA5EBFC3F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8560" y="3704380"/>
            <a:ext cx="3429479" cy="30770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565D1-F200-6054-82C9-4CBA872CA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CAA12FE5-1A2F-59A7-429D-1AF32424D0E7}"/>
              </a:ext>
            </a:extLst>
          </p:cNvPr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67FC619-6EA8-6075-9206-BA15434B7E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18864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Librerías</a:t>
            </a:r>
          </a:p>
        </p:txBody>
      </p:sp>
      <p:sp>
        <p:nvSpPr>
          <p:cNvPr id="3" name="object 6">
            <a:extLst>
              <a:ext uri="{FF2B5EF4-FFF2-40B4-BE49-F238E27FC236}">
                <a16:creationId xmlns:a16="http://schemas.microsoft.com/office/drawing/2014/main" id="{87A43A13-D5E9-CB4C-833D-953CAC858ED9}"/>
              </a:ext>
            </a:extLst>
          </p:cNvPr>
          <p:cNvSpPr txBox="1"/>
          <p:nvPr/>
        </p:nvSpPr>
        <p:spPr>
          <a:xfrm>
            <a:off x="662969" y="1628800"/>
            <a:ext cx="7904321" cy="380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2425" marR="463868" indent="-34290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sz="2000" b="1" spc="-15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000" b="1" spc="-23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2000" b="1" spc="-19" dirty="0">
                <a:latin typeface="Arial" panose="020B0604020202020204" pitchFamily="34" charset="0"/>
                <a:cs typeface="Arial" panose="020B0604020202020204" pitchFamily="34" charset="0"/>
              </a:rPr>
              <a:t>mp</a:t>
            </a:r>
            <a:r>
              <a:rPr sz="2000" b="1" spc="-34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000" b="1" spc="-8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2000" b="1" spc="3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El po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sz="2000" spc="1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pa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uete</a:t>
            </a:r>
            <a:r>
              <a:rPr sz="2000" spc="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matemático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spc="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Python ,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se util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za</a:t>
            </a:r>
            <a:r>
              <a:rPr sz="2000" spc="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tanto q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 mucha gente</a:t>
            </a:r>
            <a:r>
              <a:rPr sz="2000" spc="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lo</a:t>
            </a:r>
            <a:r>
              <a:rPr sz="2000" spc="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cons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dera</a:t>
            </a:r>
            <a:r>
              <a:rPr sz="20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parte 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ntegral</a:t>
            </a:r>
            <a:r>
              <a:rPr sz="20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leng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aje.</a:t>
            </a:r>
            <a:r>
              <a:rPr sz="2000" spc="2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2000" spc="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proporci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na a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gu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sz="20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funcio</a:t>
            </a:r>
            <a:r>
              <a:rPr sz="2000" spc="-8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sz="20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estadístic</a:t>
            </a:r>
            <a:r>
              <a:rPr sz="2000" spc="-8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ts val="3000"/>
              </a:lnSpc>
              <a:spcBef>
                <a:spcPts val="35"/>
              </a:spcBef>
              <a:buFont typeface="Arial" panose="020B0604020202020204" pitchFamily="34" charset="0"/>
              <a:buChar char="•"/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2425" indent="-34290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sz="2000" b="1" spc="-11" dirty="0">
                <a:latin typeface="Arial" panose="020B0604020202020204" pitchFamily="34" charset="0"/>
                <a:cs typeface="Arial" panose="020B0604020202020204" pitchFamily="34" charset="0"/>
              </a:rPr>
              <a:t>matplotli</a:t>
            </a:r>
            <a:r>
              <a:rPr sz="2000" b="1" spc="-19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sz="2000" b="1" spc="-8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2000" b="1" spc="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la l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brería</a:t>
            </a:r>
            <a:r>
              <a:rPr sz="2000" spc="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2000" spc="1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sz="2000" spc="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ra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visu</a:t>
            </a:r>
            <a:r>
              <a:rPr sz="2000" spc="-8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000" spc="-8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zac</a:t>
            </a:r>
            <a:r>
              <a:rPr sz="2000" spc="-1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ones</a:t>
            </a:r>
            <a:r>
              <a:rPr sz="2000" spc="3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gráficos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de las</a:t>
            </a:r>
            <a:r>
              <a:rPr sz="2000" spc="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stintas distri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uci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nes</a:t>
            </a:r>
            <a:r>
              <a:rPr sz="2000" spc="3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de datos.</a:t>
            </a:r>
          </a:p>
          <a:p>
            <a:pPr marL="342900" indent="-342900">
              <a:lnSpc>
                <a:spcPts val="3000"/>
              </a:lnSpc>
              <a:spcBef>
                <a:spcPts val="35"/>
              </a:spcBef>
              <a:buFont typeface="Arial" panose="020B0604020202020204" pitchFamily="34" charset="0"/>
              <a:buChar char="•"/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2425" indent="-34290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sz="2000" b="1" spc="-15" dirty="0">
                <a:latin typeface="Arial" panose="020B0604020202020204" pitchFamily="34" charset="0"/>
                <a:cs typeface="Arial" panose="020B0604020202020204" pitchFamily="34" charset="0"/>
              </a:rPr>
              <a:t>pandas:</a:t>
            </a:r>
            <a:r>
              <a:rPr sz="2000" b="1" spc="2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Esta es 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spc="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brer</a:t>
            </a:r>
            <a:r>
              <a:rPr sz="2000" spc="4" dirty="0">
                <a:latin typeface="Arial" panose="020B0604020202020204" pitchFamily="34" charset="0"/>
                <a:cs typeface="Arial" panose="020B0604020202020204" pitchFamily="34" charset="0"/>
              </a:rPr>
              <a:t>í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spc="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más p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pu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sz="2000" spc="1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para aná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2000" spc="2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de datos y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fin</a:t>
            </a:r>
            <a:r>
              <a:rPr sz="2000" spc="-8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nci</a:t>
            </a:r>
            <a:r>
              <a:rPr sz="2000" spc="-8" dirty="0" err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ros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see</a:t>
            </a:r>
            <a:r>
              <a:rPr sz="2000" spc="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20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func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sz="20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muy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úti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sz="2000" spc="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ra re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000" spc="-8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zar</a:t>
            </a:r>
            <a:r>
              <a:rPr sz="20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esta</a:t>
            </a:r>
            <a:r>
              <a:rPr sz="2000" spc="-8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ística</a:t>
            </a:r>
            <a:r>
              <a:rPr sz="2000" spc="-1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2000" spc="-8" dirty="0" err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scri</a:t>
            </a:r>
            <a:r>
              <a:rPr sz="2000" spc="-8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tiva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34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66A03-4F89-2B4B-2067-5989982E4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48979827-D96F-99B3-063B-6AC061129C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116632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Matplotlib</a:t>
            </a:r>
            <a:endParaRPr lang="es-ES_tradnl" sz="48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90092276-622F-ABDF-170E-05BB2F164FE8}"/>
              </a:ext>
            </a:extLst>
          </p:cNvPr>
          <p:cNvSpPr txBox="1">
            <a:spLocks/>
          </p:cNvSpPr>
          <p:nvPr/>
        </p:nvSpPr>
        <p:spPr>
          <a:xfrm>
            <a:off x="342900" y="1772816"/>
            <a:ext cx="8218456" cy="22513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9116" indent="0">
              <a:lnSpc>
                <a:spcPct val="150000"/>
              </a:lnSpc>
              <a:spcBef>
                <a:spcPts val="0"/>
              </a:spcBef>
              <a:buClr>
                <a:srgbClr val="1286C3"/>
              </a:buClr>
              <a:buSzPct val="145312"/>
              <a:buNone/>
              <a:tabLst>
                <a:tab pos="764381" algn="l"/>
                <a:tab pos="2184559" algn="l"/>
                <a:tab pos="2571274" algn="l"/>
                <a:tab pos="3150394" algn="l"/>
                <a:tab pos="4502944" algn="l"/>
                <a:tab pos="5083493" algn="l"/>
                <a:tab pos="6190298" algn="l"/>
                <a:tab pos="6519386" algn="l"/>
              </a:tabLst>
            </a:pP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</a:t>
            </a:r>
            <a:r>
              <a:rPr lang="es-MX" sz="2000" b="1" spc="-15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</a:t>
            </a:r>
            <a:r>
              <a:rPr lang="es-MX" sz="2000" b="1" spc="-15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MX" sz="2000" b="1" spc="-1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MX" sz="20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es una bibliot</a:t>
            </a:r>
            <a:r>
              <a:rPr lang="es-MX" sz="2000" b="1" spc="-1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MX" sz="2000" b="1" spc="-4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s-MX" sz="2000" b="1" spc="-4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pe</a:t>
            </a:r>
            <a:r>
              <a:rPr lang="es-MX" sz="2000" b="1" spc="-8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mite </a:t>
            </a:r>
            <a:r>
              <a:rPr lang="es-MX" sz="2000" b="1" spc="-1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gen</a:t>
            </a:r>
            <a:r>
              <a:rPr lang="es-MX" sz="2000" b="1" spc="-8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s-MX" sz="2000" b="1" spc="-1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ión </a:t>
            </a:r>
            <a:r>
              <a:rPr lang="es-MX" sz="2000" b="1" spc="-4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MX" sz="2000" b="1" spc="-1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grá</a:t>
            </a:r>
            <a:r>
              <a:rPr lang="es-MX" sz="2000" b="1" spc="4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</a:t>
            </a:r>
            <a:r>
              <a:rPr lang="es-MX" sz="2000" b="1" spc="4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MX" sz="2000" b="1" spc="-26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sz="2000" b="1" spc="-1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partir</a:t>
            </a:r>
            <a:r>
              <a:rPr lang="es-MX" sz="2000" b="1" spc="-1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es-MX" sz="2000" b="1" spc="-4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conjunto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MX" sz="2000" b="1" spc="8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b="1" spc="-4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MX" sz="2000" b="1" spc="-1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</a:p>
          <a:p>
            <a:pPr marL="1106805" lvl="1" indent="-214789">
              <a:lnSpc>
                <a:spcPct val="150000"/>
              </a:lnSpc>
              <a:spcBef>
                <a:spcPts val="0"/>
              </a:spcBef>
              <a:buClr>
                <a:srgbClr val="1286C3"/>
              </a:buClr>
              <a:buSzPct val="144642"/>
              <a:buFont typeface="Arial"/>
              <a:buChar char="•"/>
              <a:tabLst>
                <a:tab pos="1107281" algn="l"/>
              </a:tabLst>
            </a:pP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lang="es-MX" sz="2000" spc="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parece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5" dirty="0">
                <a:latin typeface="Arial" panose="020B0604020202020204" pitchFamily="34" charset="0"/>
                <a:cs typeface="Arial" panose="020B0604020202020204" pitchFamily="34" charset="0"/>
              </a:rPr>
              <a:t>mucho</a:t>
            </a:r>
            <a:r>
              <a:rPr lang="es-MX" sz="2000" spc="-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lang="es-MX" sz="2000" spc="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manera</a:t>
            </a:r>
            <a:r>
              <a:rPr lang="es-MX" sz="20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s-MX" sz="2000" spc="-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lang="es-MX" sz="2000" spc="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5" dirty="0">
                <a:latin typeface="Arial" panose="020B0604020202020204" pitchFamily="34" charset="0"/>
                <a:cs typeface="Arial" panose="020B0604020202020204" pitchFamily="34" charset="0"/>
              </a:rPr>
              <a:t>qu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5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grafica</a:t>
            </a:r>
            <a:r>
              <a:rPr lang="es-MX" sz="2000" spc="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s-MX" sz="2000" spc="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Matl</a:t>
            </a:r>
            <a:r>
              <a:rPr lang="es-MX" sz="2000" spc="-19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06805" lvl="1" indent="-214789">
              <a:lnSpc>
                <a:spcPct val="150000"/>
              </a:lnSpc>
              <a:spcBef>
                <a:spcPts val="0"/>
              </a:spcBef>
              <a:buClr>
                <a:srgbClr val="1286C3"/>
              </a:buClr>
              <a:buSzPct val="144642"/>
              <a:buFont typeface="Arial"/>
              <a:buChar char="•"/>
              <a:tabLst>
                <a:tab pos="1107281" algn="l"/>
              </a:tabLst>
            </a:pPr>
            <a:r>
              <a:rPr lang="es-MX" sz="2000" spc="-15" dirty="0">
                <a:latin typeface="Arial" panose="020B0604020202020204" pitchFamily="34" charset="0"/>
                <a:cs typeface="Arial" panose="020B0604020202020204" pitchFamily="34" charset="0"/>
              </a:rPr>
              <a:t>Tien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lang="es-MX" sz="2000" spc="-15" dirty="0">
                <a:latin typeface="Arial" panose="020B0604020202020204" pitchFamily="34" charset="0"/>
                <a:cs typeface="Arial" panose="020B0604020202020204" pitchFamily="34" charset="0"/>
              </a:rPr>
              <a:t>muchos</a:t>
            </a:r>
            <a:r>
              <a:rPr lang="es-MX" sz="2000" spc="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5" dirty="0">
                <a:latin typeface="Arial" panose="020B0604020202020204" pitchFamily="34" charset="0"/>
                <a:cs typeface="Arial" panose="020B0604020202020204" pitchFamily="34" charset="0"/>
              </a:rPr>
              <a:t>tipo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MX" sz="2000" spc="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es-MX" sz="2000" spc="-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gráfic</a:t>
            </a:r>
            <a:r>
              <a:rPr lang="es-MX" sz="2000" spc="-23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  <a:p>
            <a:pPr marL="1106805" lvl="1" indent="-214789">
              <a:lnSpc>
                <a:spcPct val="150000"/>
              </a:lnSpc>
              <a:spcBef>
                <a:spcPts val="0"/>
              </a:spcBef>
              <a:buClr>
                <a:srgbClr val="1286C3"/>
              </a:buClr>
              <a:buSzPct val="144642"/>
              <a:buFont typeface="Arial"/>
              <a:buChar char="•"/>
              <a:tabLst>
                <a:tab pos="1107281" algn="l"/>
              </a:tabLst>
            </a:pPr>
            <a:r>
              <a:rPr lang="es-MX" sz="2000" spc="-15" dirty="0">
                <a:latin typeface="Arial" panose="020B0604020202020204" pitchFamily="34" charset="0"/>
                <a:cs typeface="Arial" panose="020B0604020202020204" pitchFamily="34" charset="0"/>
              </a:rPr>
              <a:t>Tien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MX" sz="2000" spc="-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muchas</a:t>
            </a:r>
            <a:r>
              <a:rPr lang="es-MX" sz="20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5" dirty="0">
                <a:latin typeface="Arial" panose="020B0604020202020204" pitchFamily="34" charset="0"/>
                <a:cs typeface="Arial" panose="020B0604020202020204" pitchFamily="34" charset="0"/>
              </a:rPr>
              <a:t>configuracione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MX" sz="2000" spc="2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lang="es-MX" sz="2000" spc="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personalizar</a:t>
            </a:r>
            <a:r>
              <a:rPr lang="es-MX" sz="20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spc="-11" dirty="0">
                <a:latin typeface="Arial" panose="020B0604020202020204" pitchFamily="34" charset="0"/>
                <a:cs typeface="Arial" panose="020B0604020202020204" pitchFamily="34" charset="0"/>
              </a:rPr>
              <a:t>despliegue</a:t>
            </a: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9C76152-0C22-0B8B-9454-6369D83488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4293095"/>
            <a:ext cx="2736304" cy="204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148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7D069-1E61-1547-12F8-7A77D68C6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03896082-6C73-720F-DC2E-F5E4C37E4C03}"/>
              </a:ext>
            </a:extLst>
          </p:cNvPr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E2B1D31-F8C3-3747-315A-374894B038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116632"/>
            <a:ext cx="70104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Importando las </a:t>
            </a:r>
            <a:r>
              <a:rPr lang="es-ES_tradnl" sz="48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librerias</a:t>
            </a:r>
            <a:endParaRPr lang="es-ES_tradnl" sz="48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E202666-5A1F-4918-4861-CCB0FB3B13EB}"/>
              </a:ext>
            </a:extLst>
          </p:cNvPr>
          <p:cNvSpPr txBox="1"/>
          <p:nvPr/>
        </p:nvSpPr>
        <p:spPr>
          <a:xfrm>
            <a:off x="1187624" y="1742569"/>
            <a:ext cx="3342323" cy="8181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2100" spc="-19" dirty="0">
                <a:latin typeface="Corbel"/>
                <a:cs typeface="Corbel"/>
              </a:rPr>
              <a:t>Co</a:t>
            </a:r>
            <a:r>
              <a:rPr sz="2100" spc="-15" dirty="0">
                <a:latin typeface="Corbel"/>
                <a:cs typeface="Corbel"/>
              </a:rPr>
              <a:t>loc</a:t>
            </a:r>
            <a:r>
              <a:rPr sz="2100" spc="-19" dirty="0">
                <a:latin typeface="Corbel"/>
                <a:cs typeface="Corbel"/>
              </a:rPr>
              <a:t>a</a:t>
            </a:r>
            <a:r>
              <a:rPr sz="2100" spc="-8" dirty="0">
                <a:latin typeface="Corbel"/>
                <a:cs typeface="Corbel"/>
              </a:rPr>
              <a:t>r</a:t>
            </a:r>
            <a:r>
              <a:rPr sz="2100" spc="8" dirty="0">
                <a:latin typeface="Corbel"/>
                <a:cs typeface="Corbel"/>
              </a:rPr>
              <a:t> </a:t>
            </a:r>
            <a:r>
              <a:rPr sz="2100" spc="-11" dirty="0">
                <a:latin typeface="Corbel"/>
                <a:cs typeface="Corbel"/>
              </a:rPr>
              <a:t>al</a:t>
            </a:r>
            <a:r>
              <a:rPr sz="2100" spc="4" dirty="0">
                <a:latin typeface="Corbel"/>
                <a:cs typeface="Corbel"/>
              </a:rPr>
              <a:t> </a:t>
            </a:r>
            <a:r>
              <a:rPr sz="2100" spc="-11" dirty="0">
                <a:latin typeface="Corbel"/>
                <a:cs typeface="Corbel"/>
              </a:rPr>
              <a:t>inicio</a:t>
            </a:r>
            <a:r>
              <a:rPr sz="2100" spc="-4" dirty="0">
                <a:latin typeface="Corbel"/>
                <a:cs typeface="Corbel"/>
              </a:rPr>
              <a:t> </a:t>
            </a:r>
            <a:r>
              <a:rPr sz="2100" spc="-11" dirty="0">
                <a:latin typeface="Corbel"/>
                <a:cs typeface="Corbel"/>
              </a:rPr>
              <a:t>del</a:t>
            </a:r>
            <a:r>
              <a:rPr sz="2100" spc="-4" dirty="0">
                <a:latin typeface="Corbel"/>
                <a:cs typeface="Corbel"/>
              </a:rPr>
              <a:t> </a:t>
            </a:r>
            <a:r>
              <a:rPr sz="2100" spc="-11" dirty="0">
                <a:latin typeface="Corbel"/>
                <a:cs typeface="Corbel"/>
              </a:rPr>
              <a:t>progra</a:t>
            </a:r>
            <a:r>
              <a:rPr sz="2100" spc="-30" dirty="0">
                <a:latin typeface="Corbel"/>
                <a:cs typeface="Corbel"/>
              </a:rPr>
              <a:t>m</a:t>
            </a:r>
            <a:r>
              <a:rPr sz="2100" spc="-11" dirty="0">
                <a:latin typeface="Corbel"/>
                <a:cs typeface="Corbel"/>
              </a:rPr>
              <a:t>a:</a:t>
            </a:r>
            <a:endParaRPr sz="2100" dirty="0">
              <a:latin typeface="Corbel"/>
              <a:cs typeface="Corbel"/>
            </a:endParaRPr>
          </a:p>
          <a:p>
            <a:pPr marL="9525">
              <a:spcBef>
                <a:spcPts val="1695"/>
              </a:spcBef>
            </a:pPr>
            <a:r>
              <a:rPr spc="-15" dirty="0">
                <a:latin typeface="Corbel"/>
                <a:cs typeface="Corbel"/>
              </a:rPr>
              <a:t>Par</a:t>
            </a:r>
            <a:r>
              <a:rPr spc="-11" dirty="0">
                <a:latin typeface="Corbel"/>
                <a:cs typeface="Corbel"/>
              </a:rPr>
              <a:t>a</a:t>
            </a:r>
            <a:r>
              <a:rPr spc="4" dirty="0">
                <a:latin typeface="Corbel"/>
                <a:cs typeface="Corbel"/>
              </a:rPr>
              <a:t> </a:t>
            </a:r>
            <a:r>
              <a:rPr spc="-15" dirty="0">
                <a:latin typeface="Corbel"/>
                <a:cs typeface="Corbel"/>
              </a:rPr>
              <a:t>nump</a:t>
            </a:r>
            <a:r>
              <a:rPr spc="-8" dirty="0">
                <a:latin typeface="Corbel"/>
                <a:cs typeface="Corbel"/>
              </a:rPr>
              <a:t>y</a:t>
            </a:r>
            <a:r>
              <a:rPr dirty="0">
                <a:latin typeface="Corbel"/>
                <a:cs typeface="Corbel"/>
              </a:rPr>
              <a:t>:</a:t>
            </a: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D97D9038-6223-498A-DA55-7888DA917844}"/>
              </a:ext>
            </a:extLst>
          </p:cNvPr>
          <p:cNvSpPr txBox="1"/>
          <p:nvPr/>
        </p:nvSpPr>
        <p:spPr>
          <a:xfrm>
            <a:off x="1187624" y="3355940"/>
            <a:ext cx="15373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pc="-15" dirty="0">
                <a:latin typeface="Corbel"/>
                <a:cs typeface="Corbel"/>
              </a:rPr>
              <a:t>Par</a:t>
            </a:r>
            <a:r>
              <a:rPr spc="-11" dirty="0">
                <a:latin typeface="Corbel"/>
                <a:cs typeface="Corbel"/>
              </a:rPr>
              <a:t>a</a:t>
            </a:r>
            <a:r>
              <a:rPr spc="4" dirty="0">
                <a:latin typeface="Corbel"/>
                <a:cs typeface="Corbel"/>
              </a:rPr>
              <a:t> </a:t>
            </a:r>
            <a:r>
              <a:rPr spc="-15" dirty="0">
                <a:latin typeface="Corbel"/>
                <a:cs typeface="Corbel"/>
              </a:rPr>
              <a:t>Mat</a:t>
            </a:r>
            <a:r>
              <a:rPr spc="-11" dirty="0">
                <a:latin typeface="Corbel"/>
                <a:cs typeface="Corbel"/>
              </a:rPr>
              <a:t>p</a:t>
            </a:r>
            <a:r>
              <a:rPr spc="-15" dirty="0">
                <a:latin typeface="Corbel"/>
                <a:cs typeface="Corbel"/>
              </a:rPr>
              <a:t>l</a:t>
            </a:r>
            <a:r>
              <a:rPr spc="-4" dirty="0">
                <a:latin typeface="Corbel"/>
                <a:cs typeface="Corbel"/>
              </a:rPr>
              <a:t>otl</a:t>
            </a:r>
            <a:r>
              <a:rPr spc="-8" dirty="0">
                <a:latin typeface="Corbel"/>
                <a:cs typeface="Corbel"/>
              </a:rPr>
              <a:t>ib:</a:t>
            </a:r>
            <a:endParaRPr>
              <a:latin typeface="Corbel"/>
              <a:cs typeface="Corbel"/>
            </a:endParaRP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FAF26DE7-2B09-ADCE-9664-A760A3577E1D}"/>
              </a:ext>
            </a:extLst>
          </p:cNvPr>
          <p:cNvSpPr txBox="1"/>
          <p:nvPr/>
        </p:nvSpPr>
        <p:spPr>
          <a:xfrm>
            <a:off x="1187624" y="4453505"/>
            <a:ext cx="1236821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pc="-15" dirty="0">
                <a:latin typeface="Corbel"/>
                <a:cs typeface="Corbel"/>
              </a:rPr>
              <a:t>Par</a:t>
            </a:r>
            <a:r>
              <a:rPr spc="-11" dirty="0">
                <a:latin typeface="Corbel"/>
                <a:cs typeface="Corbel"/>
              </a:rPr>
              <a:t>a</a:t>
            </a:r>
            <a:r>
              <a:rPr spc="4" dirty="0">
                <a:latin typeface="Corbel"/>
                <a:cs typeface="Corbel"/>
              </a:rPr>
              <a:t> </a:t>
            </a:r>
            <a:r>
              <a:rPr spc="-11" dirty="0">
                <a:latin typeface="Corbel"/>
                <a:cs typeface="Corbel"/>
              </a:rPr>
              <a:t>pa</a:t>
            </a:r>
            <a:r>
              <a:rPr spc="-19" dirty="0">
                <a:latin typeface="Corbel"/>
                <a:cs typeface="Corbel"/>
              </a:rPr>
              <a:t>n</a:t>
            </a:r>
            <a:r>
              <a:rPr spc="-11" dirty="0">
                <a:latin typeface="Corbel"/>
                <a:cs typeface="Corbel"/>
              </a:rPr>
              <a:t>das:</a:t>
            </a:r>
            <a:endParaRPr>
              <a:latin typeface="Corbel"/>
              <a:cs typeface="Corbel"/>
            </a:endParaRPr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1E822AEA-3E3C-CA2A-1550-05DCFA0B98F0}"/>
              </a:ext>
            </a:extLst>
          </p:cNvPr>
          <p:cNvSpPr/>
          <p:nvPr/>
        </p:nvSpPr>
        <p:spPr>
          <a:xfrm>
            <a:off x="2532649" y="2650590"/>
            <a:ext cx="2376297" cy="4869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098BDD6B-89DF-CEEE-4606-67FF3942F43E}"/>
              </a:ext>
            </a:extLst>
          </p:cNvPr>
          <p:cNvSpPr/>
          <p:nvPr/>
        </p:nvSpPr>
        <p:spPr>
          <a:xfrm>
            <a:off x="2532649" y="3871314"/>
            <a:ext cx="4050792" cy="4160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6" name="object 9">
            <a:extLst>
              <a:ext uri="{FF2B5EF4-FFF2-40B4-BE49-F238E27FC236}">
                <a16:creationId xmlns:a16="http://schemas.microsoft.com/office/drawing/2014/main" id="{F124BA85-3D52-66A1-10F7-A0720DE18D4E}"/>
              </a:ext>
            </a:extLst>
          </p:cNvPr>
          <p:cNvSpPr/>
          <p:nvPr/>
        </p:nvSpPr>
        <p:spPr>
          <a:xfrm>
            <a:off x="2532649" y="4818861"/>
            <a:ext cx="2691765" cy="5543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4118520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23734-8250-466C-3491-22CF63386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698A3F2D-6B0C-30F8-534E-19B32E1C3F3D}"/>
              </a:ext>
            </a:extLst>
          </p:cNvPr>
          <p:cNvSpPr txBox="1"/>
          <p:nvPr/>
        </p:nvSpPr>
        <p:spPr>
          <a:xfrm>
            <a:off x="8561356" y="5528169"/>
            <a:ext cx="67628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750" spc="-8" dirty="0">
                <a:latin typeface="Corbel"/>
                <a:cs typeface="Corbel"/>
              </a:rPr>
              <a:t>2</a:t>
            </a:r>
            <a:endParaRPr sz="750">
              <a:latin typeface="Corbel"/>
              <a:cs typeface="Corbel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0AEB5A1-AA02-2E59-8D31-3875B312D2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18864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Listas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AF0BC20-BAEF-FE00-3027-08EC746C6182}"/>
              </a:ext>
            </a:extLst>
          </p:cNvPr>
          <p:cNvSpPr txBox="1"/>
          <p:nvPr/>
        </p:nvSpPr>
        <p:spPr>
          <a:xfrm>
            <a:off x="1187624" y="1628800"/>
            <a:ext cx="7010400" cy="25434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ct val="150000"/>
              </a:lnSpc>
            </a:pPr>
            <a:r>
              <a:rPr sz="2400" spc="-49" dirty="0">
                <a:latin typeface="Corbel"/>
                <a:cs typeface="Corbel"/>
              </a:rPr>
              <a:t>R</a:t>
            </a:r>
            <a:r>
              <a:rPr sz="2400" dirty="0">
                <a:latin typeface="Corbel"/>
                <a:cs typeface="Corbel"/>
              </a:rPr>
              <a:t>ecorde</a:t>
            </a:r>
            <a:r>
              <a:rPr sz="2400" spc="-15" dirty="0">
                <a:latin typeface="Corbel"/>
                <a:cs typeface="Corbel"/>
              </a:rPr>
              <a:t>m</a:t>
            </a:r>
            <a:r>
              <a:rPr sz="2400" spc="-4" dirty="0">
                <a:latin typeface="Corbel"/>
                <a:cs typeface="Corbel"/>
              </a:rPr>
              <a:t>o</a:t>
            </a:r>
            <a:r>
              <a:rPr sz="2400" dirty="0">
                <a:latin typeface="Corbel"/>
                <a:cs typeface="Corbel"/>
              </a:rPr>
              <a:t>s </a:t>
            </a:r>
            <a:r>
              <a:rPr sz="2400" spc="-8" dirty="0">
                <a:latin typeface="Corbel"/>
                <a:cs typeface="Corbel"/>
              </a:rPr>
              <a:t>u</a:t>
            </a:r>
            <a:r>
              <a:rPr sz="2400" spc="-4" dirty="0">
                <a:latin typeface="Corbel"/>
                <a:cs typeface="Corbel"/>
              </a:rPr>
              <a:t>n</a:t>
            </a:r>
            <a:r>
              <a:rPr sz="2400" dirty="0">
                <a:latin typeface="Corbel"/>
                <a:cs typeface="Corbel"/>
              </a:rPr>
              <a:t>a lista</a:t>
            </a:r>
            <a:r>
              <a:rPr sz="2400" spc="-19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puede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spc="-4" dirty="0">
                <a:latin typeface="Corbel"/>
                <a:cs typeface="Corbel"/>
              </a:rPr>
              <a:t>ser:</a:t>
            </a:r>
            <a:endParaRPr sz="2400" dirty="0">
              <a:latin typeface="Corbel"/>
              <a:cs typeface="Corbel"/>
            </a:endParaRPr>
          </a:p>
          <a:p>
            <a:pPr marL="70009">
              <a:lnSpc>
                <a:spcPct val="150000"/>
              </a:lnSpc>
              <a:spcBef>
                <a:spcPts val="1024"/>
              </a:spcBef>
            </a:pP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[a, 1,30,</a:t>
            </a:r>
            <a:r>
              <a:rPr sz="2400" b="1" spc="8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 </a:t>
            </a: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"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N</a:t>
            </a:r>
            <a:r>
              <a:rPr sz="2400" b="1" spc="-158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L</a:t>
            </a: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"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,</a:t>
            </a:r>
            <a:r>
              <a:rPr sz="2400" b="1" spc="-23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4</a:t>
            </a:r>
            <a:r>
              <a:rPr sz="2400" b="1" spc="-53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2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00</a:t>
            </a:r>
            <a:r>
              <a:rPr sz="2400" b="1" spc="-53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0</a:t>
            </a:r>
            <a:r>
              <a:rPr sz="2400" b="1" spc="-79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2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3,</a:t>
            </a:r>
            <a:r>
              <a:rPr sz="2400" b="1" spc="8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 </a:t>
            </a: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"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F</a:t>
            </a: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"</a:t>
            </a:r>
            <a:r>
              <a:rPr sz="2400" b="1" spc="-8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Corbel"/>
                <a:cs typeface="Corbel"/>
              </a:rPr>
              <a:t>]</a:t>
            </a:r>
          </a:p>
          <a:p>
            <a:pPr marL="9525">
              <a:lnSpc>
                <a:spcPct val="150000"/>
              </a:lnSpc>
              <a:spcBef>
                <a:spcPts val="1024"/>
              </a:spcBef>
              <a:tabLst>
                <a:tab pos="2327434" algn="l"/>
              </a:tabLst>
            </a:pPr>
            <a:r>
              <a:rPr sz="2400" b="1" i="1" spc="-4" dirty="0">
                <a:latin typeface="Corbel"/>
                <a:cs typeface="Corbel"/>
              </a:rPr>
              <a:t>List</a:t>
            </a:r>
            <a:r>
              <a:rPr sz="2400" b="1" i="1" dirty="0">
                <a:latin typeface="Corbel"/>
                <a:cs typeface="Corbel"/>
              </a:rPr>
              <a:t>a de n</a:t>
            </a:r>
            <a:r>
              <a:rPr sz="2400" b="1" i="1" spc="-8" dirty="0">
                <a:latin typeface="Corbel"/>
                <a:cs typeface="Corbel"/>
              </a:rPr>
              <a:t>ú</a:t>
            </a:r>
            <a:r>
              <a:rPr sz="2400" b="1" i="1" dirty="0">
                <a:latin typeface="Corbel"/>
                <a:cs typeface="Corbel"/>
              </a:rPr>
              <a:t>meros	</a:t>
            </a:r>
            <a:r>
              <a:rPr lang="es-ES" sz="2400" b="1" i="1" dirty="0">
                <a:latin typeface="Corbel"/>
                <a:cs typeface="Corbel"/>
              </a:rPr>
              <a:t>= </a:t>
            </a:r>
            <a:r>
              <a:rPr sz="2400" b="1" dirty="0">
                <a:solidFill>
                  <a:srgbClr val="0070C0"/>
                </a:solidFill>
                <a:latin typeface="Corbel"/>
                <a:cs typeface="Corbel"/>
              </a:rPr>
              <a:t>[ </a:t>
            </a:r>
            <a:r>
              <a:rPr sz="2400" b="1" spc="4" dirty="0">
                <a:solidFill>
                  <a:srgbClr val="0070C0"/>
                </a:solidFill>
                <a:latin typeface="Corbel"/>
                <a:cs typeface="Corbel"/>
              </a:rPr>
              <a:t>3</a:t>
            </a:r>
            <a:r>
              <a:rPr sz="2400" b="1" spc="-4" dirty="0">
                <a:solidFill>
                  <a:srgbClr val="0070C0"/>
                </a:solidFill>
                <a:latin typeface="Corbel"/>
                <a:cs typeface="Corbel"/>
              </a:rPr>
              <a:t>1</a:t>
            </a:r>
            <a:r>
              <a:rPr sz="2400" b="1" dirty="0">
                <a:solidFill>
                  <a:srgbClr val="0070C0"/>
                </a:solidFill>
                <a:latin typeface="Corbel"/>
                <a:cs typeface="Corbel"/>
              </a:rPr>
              <a:t>,</a:t>
            </a:r>
            <a:r>
              <a:rPr sz="2400" b="1" spc="-11" dirty="0">
                <a:solidFill>
                  <a:srgbClr val="0070C0"/>
                </a:solidFill>
                <a:latin typeface="Corbel"/>
                <a:cs typeface="Corbel"/>
              </a:rPr>
              <a:t> </a:t>
            </a:r>
            <a:r>
              <a:rPr sz="2400" b="1" spc="-4" dirty="0">
                <a:solidFill>
                  <a:srgbClr val="0070C0"/>
                </a:solidFill>
                <a:latin typeface="Corbel"/>
                <a:cs typeface="Corbel"/>
              </a:rPr>
              <a:t>28</a:t>
            </a:r>
            <a:r>
              <a:rPr sz="2400" b="1" dirty="0">
                <a:solidFill>
                  <a:srgbClr val="0070C0"/>
                </a:solidFill>
                <a:latin typeface="Corbel"/>
                <a:cs typeface="Corbel"/>
              </a:rPr>
              <a:t>, 30]</a:t>
            </a:r>
            <a:endParaRPr sz="2400" dirty="0">
              <a:solidFill>
                <a:srgbClr val="0070C0"/>
              </a:solidFill>
              <a:latin typeface="Corbel"/>
              <a:cs typeface="Corbel"/>
            </a:endParaRPr>
          </a:p>
          <a:p>
            <a:pPr marL="9525">
              <a:lnSpc>
                <a:spcPct val="150000"/>
              </a:lnSpc>
              <a:spcBef>
                <a:spcPts val="1028"/>
              </a:spcBef>
            </a:pPr>
            <a:r>
              <a:rPr sz="2400" b="1" i="1" spc="-4" dirty="0">
                <a:latin typeface="Corbel"/>
                <a:cs typeface="Corbel"/>
              </a:rPr>
              <a:t>List</a:t>
            </a:r>
            <a:r>
              <a:rPr sz="2400" b="1" i="1" dirty="0">
                <a:latin typeface="Corbel"/>
                <a:cs typeface="Corbel"/>
              </a:rPr>
              <a:t>a</a:t>
            </a:r>
            <a:r>
              <a:rPr sz="2400" b="1" i="1" spc="4" dirty="0">
                <a:latin typeface="Corbel"/>
                <a:cs typeface="Corbel"/>
              </a:rPr>
              <a:t> </a:t>
            </a:r>
            <a:r>
              <a:rPr sz="2400" b="1" i="1" dirty="0">
                <a:latin typeface="Corbel"/>
                <a:cs typeface="Corbel"/>
              </a:rPr>
              <a:t>de</a:t>
            </a:r>
            <a:r>
              <a:rPr sz="2400" b="1" i="1" spc="-4" dirty="0">
                <a:latin typeface="Corbel"/>
                <a:cs typeface="Corbel"/>
              </a:rPr>
              <a:t> st</a:t>
            </a:r>
            <a:r>
              <a:rPr sz="2400" b="1" i="1" spc="8" dirty="0">
                <a:latin typeface="Corbel"/>
                <a:cs typeface="Corbel"/>
              </a:rPr>
              <a:t>r</a:t>
            </a:r>
            <a:r>
              <a:rPr sz="2400" b="1" i="1" spc="-4" dirty="0">
                <a:latin typeface="Corbel"/>
                <a:cs typeface="Corbel"/>
              </a:rPr>
              <a:t>in</a:t>
            </a:r>
            <a:r>
              <a:rPr sz="2400" b="1" i="1" dirty="0">
                <a:latin typeface="Corbel"/>
                <a:cs typeface="Corbel"/>
              </a:rPr>
              <a:t>g</a:t>
            </a:r>
            <a:r>
              <a:rPr sz="2400" b="1" i="1" spc="-8" dirty="0">
                <a:latin typeface="Corbel"/>
                <a:cs typeface="Corbel"/>
              </a:rPr>
              <a:t> </a:t>
            </a:r>
            <a:r>
              <a:rPr sz="2400" b="1" i="1" dirty="0">
                <a:latin typeface="Corbel"/>
                <a:cs typeface="Corbel"/>
              </a:rPr>
              <a:t>= </a:t>
            </a:r>
            <a:r>
              <a:rPr sz="2400" b="1" dirty="0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[</a:t>
            </a:r>
            <a:r>
              <a:rPr lang="es-MX" sz="2400" b="1" dirty="0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"</a:t>
            </a:r>
            <a:r>
              <a:rPr sz="2400" b="1" dirty="0" err="1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ener</a:t>
            </a:r>
            <a:r>
              <a:rPr sz="2400" b="1" spc="4" dirty="0" err="1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o</a:t>
            </a:r>
            <a:r>
              <a:rPr lang="es-MX" sz="2400" b="1" dirty="0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"</a:t>
            </a:r>
            <a:r>
              <a:rPr sz="2400" b="1" dirty="0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,</a:t>
            </a:r>
            <a:r>
              <a:rPr sz="2400" b="1" spc="-11" dirty="0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 </a:t>
            </a:r>
            <a:r>
              <a:rPr lang="es-MX" sz="2400" b="1" dirty="0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"</a:t>
            </a:r>
            <a:r>
              <a:rPr sz="2400" b="1" dirty="0" err="1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febrer</a:t>
            </a:r>
            <a:r>
              <a:rPr sz="2400" b="1" spc="4" dirty="0" err="1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o</a:t>
            </a:r>
            <a:r>
              <a:rPr lang="es-MX" sz="2400" b="1" dirty="0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"</a:t>
            </a:r>
            <a:r>
              <a:rPr sz="2400" b="1" dirty="0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,</a:t>
            </a:r>
            <a:r>
              <a:rPr sz="2400" b="1" spc="-19" dirty="0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 </a:t>
            </a:r>
            <a:r>
              <a:rPr lang="es-MX" sz="2400" b="1" dirty="0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"</a:t>
            </a:r>
            <a:r>
              <a:rPr sz="2400" b="1" dirty="0" err="1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m</a:t>
            </a:r>
            <a:r>
              <a:rPr sz="2400" b="1" spc="4" dirty="0" err="1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a</a:t>
            </a:r>
            <a:r>
              <a:rPr sz="2400" b="1" dirty="0" err="1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rz</a:t>
            </a:r>
            <a:r>
              <a:rPr sz="2400" b="1" spc="4" dirty="0" err="1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o</a:t>
            </a:r>
            <a:r>
              <a:rPr lang="es-MX" sz="2400" b="1" dirty="0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"</a:t>
            </a:r>
            <a:r>
              <a:rPr sz="2400" b="1" dirty="0">
                <a:solidFill>
                  <a:schemeClr val="accent2">
                    <a:lumMod val="75000"/>
                  </a:schemeClr>
                </a:solidFill>
                <a:latin typeface="Corbel"/>
                <a:cs typeface="Corbel"/>
              </a:rPr>
              <a:t>]</a:t>
            </a:r>
            <a:endParaRPr sz="2400" dirty="0">
              <a:solidFill>
                <a:schemeClr val="accent2">
                  <a:lumMod val="75000"/>
                </a:schemeClr>
              </a:solidFill>
              <a:latin typeface="Corbel"/>
              <a:cs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2950979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4CCFD5-D8F6-26BA-6A50-C678DDB46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678458"/>
            <a:ext cx="6966128" cy="33294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7C3837E-4D62-005A-93FA-7E31678ECE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051" y="3023157"/>
            <a:ext cx="3947321" cy="307013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562F421-483A-0FDD-87FF-A7C670CB1A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188640"/>
            <a:ext cx="7010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Gráfica de barras simple</a:t>
            </a:r>
          </a:p>
        </p:txBody>
      </p:sp>
    </p:spTree>
    <p:extLst>
      <p:ext uri="{BB962C8B-B14F-4D97-AF65-F5344CB8AC3E}">
        <p14:creationId xmlns:p14="http://schemas.microsoft.com/office/powerpoint/2010/main" val="2699005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58BC0542-EF48-C548-B544-D25E8890EE60}"/>
              </a:ext>
            </a:extLst>
          </p:cNvPr>
          <p:cNvSpPr/>
          <p:nvPr/>
        </p:nvSpPr>
        <p:spPr>
          <a:xfrm>
            <a:off x="755577" y="5229200"/>
            <a:ext cx="3672408" cy="11521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7CB92C-2988-369E-F987-39D0B776A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98" y="1529179"/>
            <a:ext cx="7016142" cy="35938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375F94-100A-8C36-8700-0285447BBE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564" y="5450875"/>
            <a:ext cx="3130433" cy="7087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DAC105-2232-F840-79B2-CA1F1EC867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016" y="2996952"/>
            <a:ext cx="3943350" cy="302389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33A72CB-ED7D-FC18-9298-452AE95507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188640"/>
            <a:ext cx="70104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Gráfica de barras con colores</a:t>
            </a:r>
          </a:p>
        </p:txBody>
      </p:sp>
    </p:spTree>
    <p:extLst>
      <p:ext uri="{BB962C8B-B14F-4D97-AF65-F5344CB8AC3E}">
        <p14:creationId xmlns:p14="http://schemas.microsoft.com/office/powerpoint/2010/main" val="1301067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79FCD4-8C6E-D548-3846-653CE5880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772816"/>
            <a:ext cx="5165652" cy="28507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F15B11-96E9-8B85-DB56-6DC592C443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07" y="3251393"/>
            <a:ext cx="3657600" cy="274435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88041C6-7007-3A11-94B6-0710B3A41B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260648"/>
            <a:ext cx="70104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Gráfica de línea simple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63B3D925-21D2-BE92-C2AF-4292A70DE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60" y="1100302"/>
            <a:ext cx="5340041" cy="4657396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6B8EDCC6-5645-7A09-B72B-BFF2245BB8D2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232065"/>
            <a:ext cx="7825680" cy="792088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Nombres de los ejes y del gráfico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DBFAF44A-89BD-84B8-0D37-8CD8B7749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9724" y="3398836"/>
            <a:ext cx="3849524" cy="3164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773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8319DF00-CD43-45C2-8F54-9AF570CA73E8}"/>
              </a:ext>
            </a:extLst>
          </p:cNvPr>
          <p:cNvSpPr/>
          <p:nvPr/>
        </p:nvSpPr>
        <p:spPr>
          <a:xfrm>
            <a:off x="2339752" y="4547694"/>
            <a:ext cx="3936666" cy="1143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C45880-A2EE-BA21-B7D5-E632DC3DC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002" y="4725144"/>
            <a:ext cx="3521096" cy="797229"/>
          </a:xfrm>
          <a:prstGeom prst="rect">
            <a:avLst/>
          </a:prstGeom>
        </p:spPr>
      </p:pic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9FDABF8-C561-5B30-33C1-02535D1A0B6E}"/>
              </a:ext>
            </a:extLst>
          </p:cNvPr>
          <p:cNvGraphicFramePr>
            <a:graphicFrameLocks noGrp="1"/>
          </p:cNvGraphicFramePr>
          <p:nvPr/>
        </p:nvGraphicFramePr>
        <p:xfrm>
          <a:off x="2531947" y="1517346"/>
          <a:ext cx="3481294" cy="2788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0647">
                  <a:extLst>
                    <a:ext uri="{9D8B030D-6E8A-4147-A177-3AD203B41FA5}">
                      <a16:colId xmlns:a16="http://schemas.microsoft.com/office/drawing/2014/main" val="3166750360"/>
                    </a:ext>
                  </a:extLst>
                </a:gridCol>
                <a:gridCol w="1740647">
                  <a:extLst>
                    <a:ext uri="{9D8B030D-6E8A-4147-A177-3AD203B41FA5}">
                      <a16:colId xmlns:a16="http://schemas.microsoft.com/office/drawing/2014/main" val="665337897"/>
                    </a:ext>
                  </a:extLst>
                </a:gridCol>
              </a:tblGrid>
              <a:tr h="309874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err="1"/>
                        <a:t>Caracter</a:t>
                      </a:r>
                      <a:endParaRPr lang="es-MX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Color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23792467"/>
                  </a:ext>
                </a:extLst>
              </a:tr>
              <a:tr h="309874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'b'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Blue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670463"/>
                  </a:ext>
                </a:extLst>
              </a:tr>
              <a:tr h="30987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'g'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Green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49296348"/>
                  </a:ext>
                </a:extLst>
              </a:tr>
              <a:tr h="30987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'r'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Red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05725636"/>
                  </a:ext>
                </a:extLst>
              </a:tr>
              <a:tr h="30987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'c'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Cian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724019846"/>
                  </a:ext>
                </a:extLst>
              </a:tr>
              <a:tr h="30987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'm'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Magenta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9316665"/>
                  </a:ext>
                </a:extLst>
              </a:tr>
              <a:tr h="30987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'y'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err="1"/>
                        <a:t>Yellow</a:t>
                      </a:r>
                      <a:endParaRPr lang="es-MX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66403341"/>
                  </a:ext>
                </a:extLst>
              </a:tr>
              <a:tr h="30987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'k'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Black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34642750"/>
                  </a:ext>
                </a:extLst>
              </a:tr>
              <a:tr h="30987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'w'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White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9976428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DAD51E3A-651A-8460-125A-EA9072C493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9592" y="222858"/>
            <a:ext cx="70104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Código de colores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DE189-AFBD-B87F-6D23-C46C05823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2">
            <a:extLst>
              <a:ext uri="{FF2B5EF4-FFF2-40B4-BE49-F238E27FC236}">
                <a16:creationId xmlns:a16="http://schemas.microsoft.com/office/drawing/2014/main" id="{438B228C-77DB-177D-4765-82F186231C06}"/>
              </a:ext>
            </a:extLst>
          </p:cNvPr>
          <p:cNvSpPr txBox="1">
            <a:spLocks noChangeArrowheads="1"/>
          </p:cNvSpPr>
          <p:nvPr/>
        </p:nvSpPr>
        <p:spPr>
          <a:xfrm>
            <a:off x="539552" y="471069"/>
            <a:ext cx="7825680" cy="792088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Códigos de marcador</a:t>
            </a:r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69F2CD44-0662-DC99-CCFA-F615E7D516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131754"/>
              </p:ext>
            </p:extLst>
          </p:nvPr>
        </p:nvGraphicFramePr>
        <p:xfrm>
          <a:off x="935596" y="1925320"/>
          <a:ext cx="7272808" cy="3007360"/>
        </p:xfrm>
        <a:graphic>
          <a:graphicData uri="http://schemas.openxmlformats.org/drawingml/2006/table">
            <a:tbl>
              <a:tblPr/>
              <a:tblGrid>
                <a:gridCol w="954543">
                  <a:extLst>
                    <a:ext uri="{9D8B030D-6E8A-4147-A177-3AD203B41FA5}">
                      <a16:colId xmlns:a16="http://schemas.microsoft.com/office/drawing/2014/main" val="3308866515"/>
                    </a:ext>
                  </a:extLst>
                </a:gridCol>
                <a:gridCol w="2249813">
                  <a:extLst>
                    <a:ext uri="{9D8B030D-6E8A-4147-A177-3AD203B41FA5}">
                      <a16:colId xmlns:a16="http://schemas.microsoft.com/office/drawing/2014/main" val="8231529"/>
                    </a:ext>
                  </a:extLst>
                </a:gridCol>
                <a:gridCol w="4068452">
                  <a:extLst>
                    <a:ext uri="{9D8B030D-6E8A-4147-A177-3AD203B41FA5}">
                      <a16:colId xmlns:a16="http://schemas.microsoft.com/office/drawing/2014/main" val="5717152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Carácter</a:t>
                      </a:r>
                      <a:endParaRPr lang="es-MX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Descripción original</a:t>
                      </a:r>
                      <a:endParaRPr lang="es-MX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Traducción al español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6016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sz="1125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Point </a:t>
                      </a:r>
                      <a:r>
                        <a:rPr lang="es-MX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marker</a:t>
                      </a:r>
                      <a:endParaRPr lang="es-MX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Marcador de punto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529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sz="1125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Circle </a:t>
                      </a:r>
                      <a:r>
                        <a:rPr lang="es-MX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marker</a:t>
                      </a:r>
                      <a:endParaRPr lang="es-MX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Marcador de círculo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38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sz="1125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x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X </a:t>
                      </a:r>
                      <a:r>
                        <a:rPr lang="es-MX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marker</a:t>
                      </a:r>
                      <a:endParaRPr lang="es-MX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Marcador de cruz / Marcador de equis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633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sz="1125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Diamond marker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Marcador de diamante (o rombo)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121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sz="1125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Hexagon marker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Marcador de hexágono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681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sz="1125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Square marker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Marcador de cuadrado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0579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sz="1125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</a:t>
                      </a:r>
                      <a:endParaRPr lang="es-MX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Plus marker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Marcador de más (o suma)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005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418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FD863-766B-93E4-4568-CDECD1FC4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993BC3A2-EFBF-FF6F-DE3E-B6CD478F88B4}"/>
              </a:ext>
            </a:extLst>
          </p:cNvPr>
          <p:cNvSpPr txBox="1"/>
          <p:nvPr/>
        </p:nvSpPr>
        <p:spPr>
          <a:xfrm>
            <a:off x="1059024" y="4705751"/>
            <a:ext cx="4513394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b="1" spc="-15" dirty="0" err="1">
                <a:latin typeface="Corbel"/>
                <a:cs typeface="Corbel"/>
              </a:rPr>
              <a:t>Ejemplos</a:t>
            </a:r>
            <a:r>
              <a:rPr lang="es-MX" b="1" spc="-15" dirty="0">
                <a:latin typeface="Corbel"/>
                <a:cs typeface="Corbel"/>
              </a:rPr>
              <a:t>:</a:t>
            </a:r>
          </a:p>
          <a:p>
            <a:pPr marL="9525"/>
            <a:endParaRPr lang="es-MX" b="1" spc="-15" dirty="0">
              <a:latin typeface="Corbel"/>
              <a:cs typeface="Corbel"/>
            </a:endParaRPr>
          </a:p>
          <a:p>
            <a:pPr marL="266700" indent="-257175">
              <a:buFont typeface="Arial" panose="020B0604020202020204" pitchFamily="34" charset="0"/>
              <a:buChar char="•"/>
            </a:pPr>
            <a:r>
              <a:rPr lang="es-ES" sz="1500" b="1" dirty="0">
                <a:latin typeface="Corbel"/>
                <a:cs typeface="Corbel"/>
              </a:rPr>
              <a:t>"</a:t>
            </a:r>
            <a:r>
              <a:rPr sz="1500" b="1" dirty="0">
                <a:latin typeface="Corbel"/>
                <a:cs typeface="Corbel"/>
              </a:rPr>
              <a:t>b.</a:t>
            </a:r>
            <a:r>
              <a:rPr lang="es-ES" sz="1500" b="1" dirty="0">
                <a:latin typeface="Corbel"/>
                <a:cs typeface="Corbel"/>
              </a:rPr>
              <a:t>"</a:t>
            </a:r>
            <a:r>
              <a:rPr sz="1500" spc="-8" dirty="0">
                <a:latin typeface="Corbel"/>
                <a:cs typeface="Corbel"/>
              </a:rPr>
              <a:t> </a:t>
            </a:r>
            <a:r>
              <a:rPr lang="es-MX" sz="1500" spc="-8" dirty="0">
                <a:latin typeface="Corbel"/>
                <a:cs typeface="Corbel"/>
              </a:rPr>
              <a:t>      P</a:t>
            </a:r>
            <a:r>
              <a:rPr sz="1500" dirty="0" err="1">
                <a:latin typeface="Corbel"/>
                <a:cs typeface="Corbel"/>
              </a:rPr>
              <a:t>un</a:t>
            </a:r>
            <a:r>
              <a:rPr sz="1500" spc="-11" dirty="0" err="1">
                <a:latin typeface="Corbel"/>
                <a:cs typeface="Corbel"/>
              </a:rPr>
              <a:t>t</a:t>
            </a:r>
            <a:r>
              <a:rPr sz="1500" dirty="0" err="1">
                <a:latin typeface="Corbel"/>
                <a:cs typeface="Corbel"/>
              </a:rPr>
              <a:t>os</a:t>
            </a:r>
            <a:r>
              <a:rPr sz="1500" dirty="0">
                <a:latin typeface="Corbel"/>
                <a:cs typeface="Corbel"/>
              </a:rPr>
              <a:t> de color</a:t>
            </a:r>
            <a:r>
              <a:rPr sz="1500" spc="-19" dirty="0">
                <a:latin typeface="Corbel"/>
                <a:cs typeface="Corbel"/>
              </a:rPr>
              <a:t> </a:t>
            </a:r>
            <a:r>
              <a:rPr sz="1500" dirty="0" err="1">
                <a:latin typeface="Corbel"/>
                <a:cs typeface="Corbel"/>
              </a:rPr>
              <a:t>az</a:t>
            </a:r>
            <a:r>
              <a:rPr lang="es-MX" sz="1500" dirty="0">
                <a:latin typeface="Corbel"/>
                <a:cs typeface="Corbel"/>
              </a:rPr>
              <a:t>ú</a:t>
            </a:r>
            <a:r>
              <a:rPr sz="1500" dirty="0">
                <a:latin typeface="Corbel"/>
                <a:cs typeface="Corbel"/>
              </a:rPr>
              <a:t>l</a:t>
            </a:r>
            <a:endParaRPr lang="es-MX" sz="1500" dirty="0">
              <a:latin typeface="Corbel"/>
              <a:cs typeface="Corbel"/>
            </a:endParaRPr>
          </a:p>
          <a:p>
            <a:pPr marL="266700" indent="-257175">
              <a:buFont typeface="Arial" panose="020B0604020202020204" pitchFamily="34" charset="0"/>
              <a:buChar char="•"/>
            </a:pPr>
            <a:r>
              <a:rPr lang="es-ES" sz="1500" b="1" dirty="0">
                <a:latin typeface="Corbel"/>
                <a:cs typeface="Corbel"/>
              </a:rPr>
              <a:t>"m</a:t>
            </a:r>
            <a:r>
              <a:rPr sz="1500" b="1" spc="-4" dirty="0">
                <a:latin typeface="Corbel"/>
                <a:cs typeface="Corbel"/>
              </a:rPr>
              <a:t>-</a:t>
            </a:r>
            <a:r>
              <a:rPr sz="1500" b="1" dirty="0">
                <a:latin typeface="Corbel"/>
                <a:cs typeface="Corbel"/>
              </a:rPr>
              <a:t>.</a:t>
            </a:r>
            <a:r>
              <a:rPr lang="es-ES" sz="1500" b="1" dirty="0">
                <a:latin typeface="Corbel"/>
                <a:cs typeface="Corbel"/>
              </a:rPr>
              <a:t>"</a:t>
            </a:r>
            <a:r>
              <a:rPr sz="1500" b="1" spc="-15" dirty="0">
                <a:latin typeface="Corbel"/>
                <a:cs typeface="Corbel"/>
              </a:rPr>
              <a:t> </a:t>
            </a:r>
            <a:r>
              <a:rPr lang="es-MX" sz="1500" b="1" spc="-15" dirty="0">
                <a:latin typeface="Corbel"/>
                <a:cs typeface="Corbel"/>
              </a:rPr>
              <a:t>   </a:t>
            </a:r>
            <a:r>
              <a:rPr lang="es-MX" sz="1500" spc="-15" dirty="0">
                <a:latin typeface="Corbel"/>
                <a:cs typeface="Corbel"/>
              </a:rPr>
              <a:t>R</a:t>
            </a:r>
            <a:r>
              <a:rPr sz="1500" dirty="0" err="1">
                <a:latin typeface="Corbel"/>
                <a:cs typeface="Corbel"/>
              </a:rPr>
              <a:t>aya</a:t>
            </a:r>
            <a:r>
              <a:rPr sz="1500" spc="-11" dirty="0">
                <a:latin typeface="Corbel"/>
                <a:cs typeface="Corbel"/>
              </a:rPr>
              <a:t> </a:t>
            </a:r>
            <a:r>
              <a:rPr sz="1500" dirty="0">
                <a:latin typeface="Corbel"/>
                <a:cs typeface="Corbel"/>
              </a:rPr>
              <a:t>y pun</a:t>
            </a:r>
            <a:r>
              <a:rPr sz="1500" spc="-8" dirty="0">
                <a:latin typeface="Corbel"/>
                <a:cs typeface="Corbel"/>
              </a:rPr>
              <a:t>t</a:t>
            </a:r>
            <a:r>
              <a:rPr sz="1500" dirty="0">
                <a:latin typeface="Corbel"/>
                <a:cs typeface="Corbel"/>
              </a:rPr>
              <a:t>os </a:t>
            </a:r>
            <a:r>
              <a:rPr sz="1500" dirty="0" err="1">
                <a:latin typeface="Corbel"/>
                <a:cs typeface="Corbel"/>
              </a:rPr>
              <a:t>a</a:t>
            </a:r>
            <a:r>
              <a:rPr sz="1500" spc="-8" dirty="0" err="1">
                <a:latin typeface="Corbel"/>
                <a:cs typeface="Corbel"/>
              </a:rPr>
              <a:t>l</a:t>
            </a:r>
            <a:r>
              <a:rPr sz="1500" dirty="0" err="1">
                <a:latin typeface="Corbel"/>
                <a:cs typeface="Corbel"/>
              </a:rPr>
              <a:t>terna</a:t>
            </a:r>
            <a:r>
              <a:rPr sz="1500" spc="-8" dirty="0" err="1">
                <a:latin typeface="Corbel"/>
                <a:cs typeface="Corbel"/>
              </a:rPr>
              <a:t>d</a:t>
            </a:r>
            <a:r>
              <a:rPr sz="1500" dirty="0" err="1">
                <a:latin typeface="Corbel"/>
                <a:cs typeface="Corbel"/>
              </a:rPr>
              <a:t>os</a:t>
            </a:r>
            <a:r>
              <a:rPr sz="1500" spc="11" dirty="0">
                <a:latin typeface="Corbel"/>
                <a:cs typeface="Corbel"/>
              </a:rPr>
              <a:t> </a:t>
            </a:r>
            <a:r>
              <a:rPr sz="1500" dirty="0">
                <a:latin typeface="Corbel"/>
                <a:cs typeface="Corbel"/>
              </a:rPr>
              <a:t>c</a:t>
            </a:r>
            <a:r>
              <a:rPr sz="1500" spc="4" dirty="0">
                <a:latin typeface="Corbel"/>
                <a:cs typeface="Corbel"/>
              </a:rPr>
              <a:t>o</a:t>
            </a:r>
            <a:r>
              <a:rPr sz="1500" dirty="0">
                <a:latin typeface="Corbel"/>
                <a:cs typeface="Corbel"/>
              </a:rPr>
              <a:t>lor</a:t>
            </a:r>
            <a:r>
              <a:rPr lang="es-ES" sz="1500" dirty="0">
                <a:latin typeface="Corbel"/>
                <a:cs typeface="Corbel"/>
              </a:rPr>
              <a:t> </a:t>
            </a:r>
            <a:r>
              <a:rPr sz="1500" spc="-11" dirty="0">
                <a:latin typeface="Corbel"/>
                <a:cs typeface="Corbel"/>
              </a:rPr>
              <a:t>magenta</a:t>
            </a:r>
            <a:endParaRPr lang="es-MX" sz="1500" spc="-11" dirty="0">
              <a:latin typeface="Corbel"/>
              <a:cs typeface="Corbel"/>
            </a:endParaRPr>
          </a:p>
          <a:p>
            <a:pPr marL="266700" indent="-257175">
              <a:buFont typeface="Arial" panose="020B0604020202020204" pitchFamily="34" charset="0"/>
              <a:buChar char="•"/>
            </a:pPr>
            <a:r>
              <a:rPr lang="es-ES" sz="1500" b="1" dirty="0">
                <a:latin typeface="Corbel"/>
                <a:cs typeface="Corbel"/>
              </a:rPr>
              <a:t>"</a:t>
            </a:r>
            <a:r>
              <a:rPr lang="es-ES" sz="1500" b="1" dirty="0" err="1">
                <a:latin typeface="Corbel"/>
                <a:cs typeface="Corbel"/>
              </a:rPr>
              <a:t>rp</a:t>
            </a:r>
            <a:r>
              <a:rPr lang="es-MX" sz="1500" b="1" spc="-4" dirty="0">
                <a:latin typeface="Corbel"/>
                <a:cs typeface="Corbel"/>
              </a:rPr>
              <a:t>--</a:t>
            </a:r>
            <a:r>
              <a:rPr lang="es-ES" sz="1500" b="1" dirty="0">
                <a:latin typeface="Corbel"/>
                <a:cs typeface="Corbel"/>
              </a:rPr>
              <a:t>"</a:t>
            </a:r>
            <a:r>
              <a:rPr sz="1500" b="1" spc="-19" dirty="0">
                <a:latin typeface="Corbel"/>
                <a:cs typeface="Corbel"/>
              </a:rPr>
              <a:t> </a:t>
            </a:r>
            <a:r>
              <a:rPr lang="es-MX" sz="1500" b="1" spc="-19" dirty="0">
                <a:latin typeface="Corbel"/>
                <a:cs typeface="Corbel"/>
              </a:rPr>
              <a:t>   </a:t>
            </a:r>
            <a:r>
              <a:rPr lang="es-MX" sz="1500" dirty="0">
                <a:latin typeface="Corbel"/>
                <a:cs typeface="Corbel"/>
              </a:rPr>
              <a:t>P</a:t>
            </a:r>
            <a:r>
              <a:rPr sz="1500" dirty="0" err="1">
                <a:latin typeface="Corbel"/>
                <a:cs typeface="Corbel"/>
              </a:rPr>
              <a:t>en</a:t>
            </a:r>
            <a:r>
              <a:rPr sz="1500" spc="-8" dirty="0" err="1">
                <a:latin typeface="Corbel"/>
                <a:cs typeface="Corbel"/>
              </a:rPr>
              <a:t>t</a:t>
            </a:r>
            <a:r>
              <a:rPr sz="1500" dirty="0" err="1">
                <a:latin typeface="Corbel"/>
                <a:cs typeface="Corbel"/>
              </a:rPr>
              <a:t>agramas</a:t>
            </a:r>
            <a:r>
              <a:rPr sz="1500" dirty="0">
                <a:latin typeface="Corbel"/>
                <a:cs typeface="Corbel"/>
              </a:rPr>
              <a:t> </a:t>
            </a:r>
            <a:r>
              <a:rPr lang="es-MX" sz="1500" dirty="0">
                <a:latin typeface="Corbel"/>
                <a:cs typeface="Corbel"/>
              </a:rPr>
              <a:t>c</a:t>
            </a:r>
            <a:r>
              <a:rPr sz="1500" dirty="0" err="1">
                <a:latin typeface="Corbel"/>
                <a:cs typeface="Corbel"/>
              </a:rPr>
              <a:t>olor</a:t>
            </a:r>
            <a:r>
              <a:rPr sz="1500" spc="-23" dirty="0">
                <a:latin typeface="Corbel"/>
                <a:cs typeface="Corbel"/>
              </a:rPr>
              <a:t> </a:t>
            </a:r>
            <a:r>
              <a:rPr sz="1500" dirty="0">
                <a:latin typeface="Corbel"/>
                <a:cs typeface="Corbel"/>
              </a:rPr>
              <a:t>rojo</a:t>
            </a:r>
            <a:r>
              <a:rPr lang="es-MX" sz="1500" dirty="0">
                <a:latin typeface="Corbel"/>
                <a:cs typeface="Corbel"/>
              </a:rPr>
              <a:t> unidos por</a:t>
            </a:r>
            <a:r>
              <a:rPr lang="es-MX" sz="1500" spc="-4" dirty="0">
                <a:latin typeface="Corbel"/>
                <a:cs typeface="Corbel"/>
              </a:rPr>
              <a:t> </a:t>
            </a:r>
            <a:r>
              <a:rPr sz="1500" dirty="0" err="1">
                <a:latin typeface="Corbel"/>
                <a:cs typeface="Corbel"/>
              </a:rPr>
              <a:t>rayas</a:t>
            </a:r>
            <a:endParaRPr lang="es-MX" sz="1500" dirty="0">
              <a:latin typeface="Corbel"/>
              <a:cs typeface="Corbel"/>
            </a:endParaRPr>
          </a:p>
          <a:p>
            <a:pPr marL="266700" indent="-257175">
              <a:buFont typeface="Arial" panose="020B0604020202020204" pitchFamily="34" charset="0"/>
              <a:buChar char="•"/>
            </a:pPr>
            <a:r>
              <a:rPr lang="es-MX" sz="1500" b="1" dirty="0">
                <a:latin typeface="Corbel"/>
                <a:cs typeface="Corbel"/>
              </a:rPr>
              <a:t>“b&gt;</a:t>
            </a:r>
            <a:r>
              <a:rPr lang="es-MX" sz="1500" b="1" spc="-4" dirty="0">
                <a:latin typeface="Corbel"/>
                <a:cs typeface="Corbel"/>
              </a:rPr>
              <a:t>-</a:t>
            </a:r>
            <a:r>
              <a:rPr lang="es-MX" sz="1500" b="1" dirty="0">
                <a:latin typeface="Corbel"/>
                <a:cs typeface="Corbel"/>
              </a:rPr>
              <a:t>"</a:t>
            </a:r>
            <a:r>
              <a:rPr lang="es-MX" sz="1500" b="1" spc="-19" dirty="0">
                <a:latin typeface="Corbel"/>
                <a:cs typeface="Corbel"/>
              </a:rPr>
              <a:t>    </a:t>
            </a:r>
            <a:r>
              <a:rPr lang="es-MX" sz="1500" dirty="0">
                <a:latin typeface="Corbel"/>
                <a:cs typeface="Corbel"/>
              </a:rPr>
              <a:t>Flechas color azul unidos por raya continua</a:t>
            </a:r>
            <a:endParaRPr sz="1500" dirty="0">
              <a:latin typeface="Corbel"/>
              <a:cs typeface="Corbel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5B8C609F-C3E3-E596-7FDE-75768C19FD78}"/>
              </a:ext>
            </a:extLst>
          </p:cNvPr>
          <p:cNvSpPr/>
          <p:nvPr/>
        </p:nvSpPr>
        <p:spPr>
          <a:xfrm>
            <a:off x="1059024" y="3700120"/>
            <a:ext cx="3759326" cy="3817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 dirty="0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F4C2D6B6-0EF0-9A03-342C-074BDA126345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422539"/>
            <a:ext cx="7825680" cy="792088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Estilos de línea</a:t>
            </a:r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AEF01618-86A9-934F-5EB0-1F11011E7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461557"/>
              </p:ext>
            </p:extLst>
          </p:nvPr>
        </p:nvGraphicFramePr>
        <p:xfrm>
          <a:off x="1059024" y="1413585"/>
          <a:ext cx="7025952" cy="1879600"/>
        </p:xfrm>
        <a:graphic>
          <a:graphicData uri="http://schemas.openxmlformats.org/drawingml/2006/table">
            <a:tbl>
              <a:tblPr/>
              <a:tblGrid>
                <a:gridCol w="1447373">
                  <a:extLst>
                    <a:ext uri="{9D8B030D-6E8A-4147-A177-3AD203B41FA5}">
                      <a16:colId xmlns:a16="http://schemas.microsoft.com/office/drawing/2014/main" val="4155918529"/>
                    </a:ext>
                  </a:extLst>
                </a:gridCol>
                <a:gridCol w="2194203">
                  <a:extLst>
                    <a:ext uri="{9D8B030D-6E8A-4147-A177-3AD203B41FA5}">
                      <a16:colId xmlns:a16="http://schemas.microsoft.com/office/drawing/2014/main" val="2436029800"/>
                    </a:ext>
                  </a:extLst>
                </a:gridCol>
                <a:gridCol w="3384376">
                  <a:extLst>
                    <a:ext uri="{9D8B030D-6E8A-4147-A177-3AD203B41FA5}">
                      <a16:colId xmlns:a16="http://schemas.microsoft.com/office/drawing/2014/main" val="41831300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Carácter</a:t>
                      </a:r>
                      <a:endParaRPr lang="es-MX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Descripción original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Traducción al español</a:t>
                      </a:r>
                      <a:endParaRPr lang="es-MX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844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sz="1125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</a:t>
                      </a:r>
                      <a:endParaRPr lang="es-MX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Solid line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Línea sólida (o continua)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9371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sz="1125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--</a:t>
                      </a:r>
                      <a:endParaRPr lang="es-MX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Dashed</a:t>
                      </a: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line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Línea discontinua (o a trazos)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1983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sz="1125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-.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Dash-</a:t>
                      </a:r>
                      <a:r>
                        <a:rPr lang="es-MX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dot</a:t>
                      </a: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line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Línea de trazo y punto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5884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sz="1125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</a:t>
                      </a:r>
                      <a:endParaRPr lang="es-MX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Dotted line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Línea punteada (o de puntos)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1731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6061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A1A26-8993-419B-32AB-777F55507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76909EC-09B9-DDE4-2174-D97FA306AA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1600" y="44624"/>
            <a:ext cx="70104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Gráficas con dos líneas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CCC7562-2A65-7864-338D-BF9EE75D4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44" y="1124744"/>
            <a:ext cx="4743451" cy="290948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C848B69-4073-2C39-5052-21D8CA7F6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2092" y="3212976"/>
            <a:ext cx="4081164" cy="3360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501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4">
            <a:extLst>
              <a:ext uri="{FF2B5EF4-FFF2-40B4-BE49-F238E27FC236}">
                <a16:creationId xmlns:a16="http://schemas.microsoft.com/office/drawing/2014/main" id="{4ACC8272-22AB-9EEA-C102-57557BF86DDE}"/>
              </a:ext>
            </a:extLst>
          </p:cNvPr>
          <p:cNvSpPr txBox="1"/>
          <p:nvPr/>
        </p:nvSpPr>
        <p:spPr>
          <a:xfrm>
            <a:off x="2432770" y="1736229"/>
            <a:ext cx="4132262" cy="33855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s-MX" sz="2000" spc="-49" dirty="0">
                <a:solidFill>
                  <a:schemeClr val="accent3">
                    <a:lumMod val="75000"/>
                  </a:schemeClr>
                </a:solidFill>
                <a:latin typeface="Corbel"/>
                <a:cs typeface="Corbel"/>
              </a:rPr>
              <a:t># Tabla 1 x 3 y dibujaremos en la celda 1:</a:t>
            </a:r>
          </a:p>
          <a:p>
            <a:r>
              <a:rPr lang="es-MX" sz="2000" spc="-49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MX" sz="2000" b="1" spc="-49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subplot</a:t>
            </a:r>
            <a:r>
              <a:rPr lang="es-MX" sz="2000" spc="-49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(1, 3, 1)</a:t>
            </a:r>
          </a:p>
          <a:p>
            <a:endParaRPr lang="es-MX" sz="2000" spc="-49" dirty="0">
              <a:solidFill>
                <a:schemeClr val="accent2">
                  <a:lumMod val="75000"/>
                </a:schemeClr>
              </a:solidFill>
              <a:latin typeface="Corbel"/>
              <a:cs typeface="Corbel"/>
            </a:endParaRPr>
          </a:p>
          <a:p>
            <a:r>
              <a:rPr lang="es-MX" sz="2000" spc="-49" dirty="0">
                <a:solidFill>
                  <a:schemeClr val="accent3">
                    <a:lumMod val="75000"/>
                  </a:schemeClr>
                </a:solidFill>
                <a:latin typeface="Corbel"/>
                <a:cs typeface="Corbel"/>
              </a:rPr>
              <a:t># Tabla 1 x 3 y dibujaremos en la celda 2:</a:t>
            </a:r>
          </a:p>
          <a:p>
            <a:r>
              <a:rPr lang="es-MX" sz="2000" spc="-49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MX" sz="2000" b="1" spc="-49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subplot</a:t>
            </a:r>
            <a:r>
              <a:rPr lang="es-MX" sz="2000" spc="-49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(1, 3, 2)</a:t>
            </a:r>
          </a:p>
          <a:p>
            <a:endParaRPr lang="es-MX" sz="2000" spc="-49" dirty="0">
              <a:solidFill>
                <a:schemeClr val="accent2">
                  <a:lumMod val="75000"/>
                </a:schemeClr>
              </a:solidFill>
              <a:latin typeface="Corbel"/>
              <a:cs typeface="Corbel"/>
            </a:endParaRPr>
          </a:p>
          <a:p>
            <a:r>
              <a:rPr lang="es-MX" sz="2000" spc="-49" dirty="0">
                <a:solidFill>
                  <a:schemeClr val="accent3">
                    <a:lumMod val="75000"/>
                  </a:schemeClr>
                </a:solidFill>
                <a:latin typeface="Corbel"/>
                <a:cs typeface="Corbel"/>
              </a:rPr>
              <a:t># Tabla 1 x 3 y dibujaremos en la celda 3</a:t>
            </a:r>
          </a:p>
          <a:p>
            <a:r>
              <a:rPr lang="es-MX" sz="2000" spc="-49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MX" sz="2000" b="1" spc="-49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subplot</a:t>
            </a:r>
            <a:r>
              <a:rPr lang="es-MX" sz="2000" spc="-49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(1, 3, 3)</a:t>
            </a:r>
          </a:p>
          <a:p>
            <a:endParaRPr lang="es-MX" sz="2000" spc="-49" dirty="0">
              <a:solidFill>
                <a:schemeClr val="accent2">
                  <a:lumMod val="75000"/>
                </a:schemeClr>
              </a:solidFill>
              <a:latin typeface="Corbel"/>
              <a:cs typeface="Corbel"/>
            </a:endParaRPr>
          </a:p>
          <a:p>
            <a:r>
              <a:rPr lang="es-MX" sz="2000" spc="-49" dirty="0">
                <a:solidFill>
                  <a:schemeClr val="accent3">
                    <a:lumMod val="75000"/>
                  </a:schemeClr>
                </a:solidFill>
                <a:latin typeface="Corbel"/>
                <a:cs typeface="Corbel"/>
              </a:rPr>
              <a:t># Dibujamos el conjunto:</a:t>
            </a:r>
          </a:p>
          <a:p>
            <a:r>
              <a:rPr lang="es-MX" sz="2000" spc="-49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</a:t>
            </a:r>
            <a:r>
              <a:rPr lang="es-MX" sz="2000" b="1" spc="-49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subplot</a:t>
            </a:r>
            <a:r>
              <a:rPr lang="es-MX" sz="2000" spc="-49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(1, 3, 3)</a:t>
            </a:r>
            <a:endParaRPr sz="2400" dirty="0">
              <a:solidFill>
                <a:schemeClr val="accent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487D7397-7469-7D2C-0905-F67923A8DF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624" y="404664"/>
            <a:ext cx="70104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Varias gráficas en un tablero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594EE-B044-18B3-5EDB-21812A911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9C8B882-49E1-147E-56CB-84745442D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816" y="1484784"/>
            <a:ext cx="6214016" cy="4457700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CC77D2E1-9A85-41C6-EF5D-DDEFEA17F9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624" y="235874"/>
            <a:ext cx="70104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Varias gráficas en un tablero</a:t>
            </a:r>
          </a:p>
        </p:txBody>
      </p:sp>
    </p:spTree>
    <p:extLst>
      <p:ext uri="{BB962C8B-B14F-4D97-AF65-F5344CB8AC3E}">
        <p14:creationId xmlns:p14="http://schemas.microsoft.com/office/powerpoint/2010/main" val="3957193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3688" y="907800"/>
            <a:ext cx="4743450" cy="381613"/>
          </a:xfrm>
          <a:prstGeom prst="rect">
            <a:avLst/>
          </a:prstGeom>
        </p:spPr>
        <p:txBody>
          <a:bodyPr vert="horz" wrap="square" lIns="0" tIns="57882" rIns="0" bIns="0" rtlCol="0" anchor="ctr">
            <a:spAutoFit/>
          </a:bodyPr>
          <a:lstStyle/>
          <a:p>
            <a:pPr marL="1427798" algn="l"/>
            <a:r>
              <a:rPr sz="2100" spc="-15" dirty="0"/>
              <a:t>Est</a:t>
            </a:r>
            <a:r>
              <a:rPr sz="2100" spc="-11" dirty="0"/>
              <a:t>e</a:t>
            </a:r>
            <a:r>
              <a:rPr sz="2100" spc="8" dirty="0"/>
              <a:t> </a:t>
            </a:r>
            <a:r>
              <a:rPr sz="2100" spc="-15" dirty="0"/>
              <a:t>serí</a:t>
            </a:r>
            <a:r>
              <a:rPr sz="2100" spc="-11" dirty="0"/>
              <a:t>a</a:t>
            </a:r>
            <a:r>
              <a:rPr sz="2100" spc="11" dirty="0"/>
              <a:t> </a:t>
            </a:r>
            <a:r>
              <a:rPr sz="2100" spc="-11" dirty="0"/>
              <a:t>el</a:t>
            </a:r>
            <a:r>
              <a:rPr sz="2100" spc="-4" dirty="0"/>
              <a:t> </a:t>
            </a:r>
            <a:r>
              <a:rPr sz="2100" spc="-11" dirty="0"/>
              <a:t>resultado:</a:t>
            </a:r>
            <a:endParaRPr sz="21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27B2B07-D2F4-FB87-8B13-238DFA74B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671" y="1772816"/>
            <a:ext cx="8226658" cy="442272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CD036CD-3085-8CF8-046C-5178E92A5193}"/>
              </a:ext>
            </a:extLst>
          </p:cNvPr>
          <p:cNvSpPr txBox="1">
            <a:spLocks noChangeArrowheads="1"/>
          </p:cNvSpPr>
          <p:nvPr/>
        </p:nvSpPr>
        <p:spPr>
          <a:xfrm>
            <a:off x="971600" y="44624"/>
            <a:ext cx="7010400" cy="1143000"/>
          </a:xfrm>
          <a:prstGeom prst="rect">
            <a:avLst/>
          </a:prstGeom>
        </p:spPr>
        <p:txBody>
          <a:bodyPr vert="horz" lIns="0" tIns="0" rIns="0" bIns="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4800" b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Varias gráficas en un tablero</a:t>
            </a:r>
            <a:endParaRPr lang="es-ES_tradnl" sz="48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36033" y="1596281"/>
            <a:ext cx="7635383" cy="134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 marR="307181" algn="just">
              <a:lnSpc>
                <a:spcPct val="150000"/>
              </a:lnSpc>
            </a:pPr>
            <a:r>
              <a:rPr sz="1500" b="1" spc="-68" dirty="0">
                <a:latin typeface="Arial"/>
                <a:cs typeface="Arial"/>
              </a:rPr>
              <a:t>T</a:t>
            </a:r>
            <a:r>
              <a:rPr sz="1500" b="1" dirty="0">
                <a:latin typeface="Arial"/>
                <a:cs typeface="Arial"/>
              </a:rPr>
              <a:t>i</a:t>
            </a:r>
            <a:r>
              <a:rPr sz="1500" b="1" spc="-8" dirty="0">
                <a:latin typeface="Arial"/>
                <a:cs typeface="Arial"/>
              </a:rPr>
              <a:t>p</a:t>
            </a:r>
            <a:r>
              <a:rPr sz="1500" b="1" dirty="0">
                <a:latin typeface="Arial"/>
                <a:cs typeface="Arial"/>
              </a:rPr>
              <a:t>o</a:t>
            </a:r>
            <a:r>
              <a:rPr sz="1500" b="1" spc="-19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de</a:t>
            </a:r>
            <a:r>
              <a:rPr sz="1500" b="1" spc="-11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cambio</a:t>
            </a:r>
            <a:r>
              <a:rPr sz="1500" b="1" spc="34" dirty="0">
                <a:latin typeface="Arial"/>
                <a:cs typeface="Arial"/>
              </a:rPr>
              <a:t> </a:t>
            </a:r>
            <a:r>
              <a:rPr sz="1500" spc="4" dirty="0">
                <a:latin typeface="Arial"/>
                <a:cs typeface="Arial"/>
              </a:rPr>
              <a:t>de</a:t>
            </a:r>
            <a:r>
              <a:rPr sz="1500" dirty="0">
                <a:latin typeface="Arial"/>
                <a:cs typeface="Arial"/>
              </a:rPr>
              <a:t>l</a:t>
            </a:r>
            <a:r>
              <a:rPr sz="1500" spc="38" dirty="0">
                <a:latin typeface="Arial"/>
                <a:cs typeface="Arial"/>
              </a:rPr>
              <a:t> </a:t>
            </a:r>
            <a:r>
              <a:rPr sz="1500" b="1" spc="11" dirty="0">
                <a:latin typeface="Arial"/>
                <a:cs typeface="Arial"/>
              </a:rPr>
              <a:t>dóla</a:t>
            </a:r>
            <a:r>
              <a:rPr sz="1500" b="1" dirty="0">
                <a:latin typeface="Arial"/>
                <a:cs typeface="Arial"/>
              </a:rPr>
              <a:t>r</a:t>
            </a:r>
            <a:r>
              <a:rPr sz="1500" b="1" spc="41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y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11" dirty="0">
                <a:latin typeface="Arial"/>
                <a:cs typeface="Arial"/>
              </a:rPr>
              <a:t>e</a:t>
            </a:r>
            <a:r>
              <a:rPr sz="1500" dirty="0">
                <a:latin typeface="Arial"/>
                <a:cs typeface="Arial"/>
              </a:rPr>
              <a:t>l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euro</a:t>
            </a:r>
            <a:r>
              <a:rPr sz="1500" b="1" spc="8" dirty="0">
                <a:latin typeface="Arial"/>
                <a:cs typeface="Arial"/>
              </a:rPr>
              <a:t> </a:t>
            </a:r>
            <a:r>
              <a:rPr sz="1500" spc="-4" dirty="0">
                <a:latin typeface="Arial"/>
                <a:cs typeface="Arial"/>
              </a:rPr>
              <a:t>d</a:t>
            </a:r>
            <a:r>
              <a:rPr sz="1500" dirty="0">
                <a:latin typeface="Arial"/>
                <a:cs typeface="Arial"/>
              </a:rPr>
              <a:t>e</a:t>
            </a:r>
            <a:r>
              <a:rPr sz="1500" spc="-19" dirty="0">
                <a:latin typeface="Arial"/>
                <a:cs typeface="Arial"/>
              </a:rPr>
              <a:t> </a:t>
            </a:r>
            <a:r>
              <a:rPr sz="1500" spc="-34" dirty="0">
                <a:latin typeface="Arial"/>
                <a:cs typeface="Arial"/>
              </a:rPr>
              <a:t>l</a:t>
            </a:r>
            <a:r>
              <a:rPr sz="1500" spc="-30" dirty="0">
                <a:latin typeface="Arial"/>
                <a:cs typeface="Arial"/>
              </a:rPr>
              <a:t>o</a:t>
            </a:r>
            <a:r>
              <a:rPr sz="1500" dirty="0">
                <a:latin typeface="Arial"/>
                <a:cs typeface="Arial"/>
              </a:rPr>
              <a:t>s</a:t>
            </a:r>
            <a:r>
              <a:rPr sz="1500" spc="-23" dirty="0">
                <a:latin typeface="Arial"/>
                <a:cs typeface="Arial"/>
              </a:rPr>
              <a:t> </a:t>
            </a:r>
            <a:r>
              <a:rPr sz="1500" spc="-71" dirty="0">
                <a:latin typeface="Arial"/>
                <a:cs typeface="Arial"/>
              </a:rPr>
              <a:t>m</a:t>
            </a:r>
            <a:r>
              <a:rPr sz="1500" spc="-75" dirty="0">
                <a:latin typeface="Arial"/>
                <a:cs typeface="Arial"/>
              </a:rPr>
              <a:t>ese</a:t>
            </a:r>
            <a:r>
              <a:rPr sz="1500" dirty="0">
                <a:latin typeface="Arial"/>
                <a:cs typeface="Arial"/>
              </a:rPr>
              <a:t>s </a:t>
            </a:r>
            <a:r>
              <a:rPr sz="1500" spc="-4" dirty="0">
                <a:latin typeface="Arial"/>
                <a:cs typeface="Arial"/>
              </a:rPr>
              <a:t>d</a:t>
            </a:r>
            <a:r>
              <a:rPr sz="1500" dirty="0">
                <a:latin typeface="Arial"/>
                <a:cs typeface="Arial"/>
              </a:rPr>
              <a:t>e</a:t>
            </a:r>
            <a:r>
              <a:rPr sz="1500" spc="-8" dirty="0">
                <a:latin typeface="Arial"/>
                <a:cs typeface="Arial"/>
              </a:rPr>
              <a:t> </a:t>
            </a:r>
            <a:r>
              <a:rPr lang="es-ES" sz="1500" b="1" spc="-8" dirty="0">
                <a:latin typeface="Arial"/>
                <a:cs typeface="Arial"/>
              </a:rPr>
              <a:t>Enero a Septiembre de 2026</a:t>
            </a:r>
            <a:endParaRPr sz="1500" b="1" dirty="0">
              <a:latin typeface="Arial"/>
              <a:cs typeface="Arial"/>
            </a:endParaRPr>
          </a:p>
          <a:p>
            <a:pPr marL="609600" marR="12383" indent="-257175" algn="just">
              <a:lnSpc>
                <a:spcPct val="150000"/>
              </a:lnSpc>
              <a:buFont typeface="Arial"/>
              <a:buChar char="•"/>
              <a:tabLst>
                <a:tab pos="609600" algn="l"/>
              </a:tabLst>
            </a:pPr>
            <a:r>
              <a:rPr sz="1500" spc="-86" dirty="0" err="1">
                <a:latin typeface="Arial"/>
                <a:cs typeface="Arial"/>
              </a:rPr>
              <a:t>C</a:t>
            </a:r>
            <a:r>
              <a:rPr sz="1500" spc="-79" dirty="0" err="1">
                <a:latin typeface="Arial"/>
                <a:cs typeface="Arial"/>
              </a:rPr>
              <a:t>r</a:t>
            </a:r>
            <a:r>
              <a:rPr sz="1500" spc="-86" dirty="0" err="1">
                <a:latin typeface="Arial"/>
                <a:cs typeface="Arial"/>
              </a:rPr>
              <a:t>e</a:t>
            </a:r>
            <a:r>
              <a:rPr sz="1500" dirty="0" err="1">
                <a:latin typeface="Arial"/>
                <a:cs typeface="Arial"/>
              </a:rPr>
              <a:t>a</a:t>
            </a:r>
            <a:r>
              <a:rPr sz="1500" dirty="0">
                <a:latin typeface="Arial"/>
                <a:cs typeface="Arial"/>
              </a:rPr>
              <a:t> </a:t>
            </a:r>
            <a:r>
              <a:rPr sz="1500" spc="-240" dirty="0">
                <a:latin typeface="Arial"/>
                <a:cs typeface="Arial"/>
              </a:rPr>
              <a:t> </a:t>
            </a:r>
            <a:r>
              <a:rPr sz="1500" spc="15" dirty="0">
                <a:latin typeface="Arial"/>
                <a:cs typeface="Arial"/>
              </a:rPr>
              <a:t>u</a:t>
            </a:r>
            <a:r>
              <a:rPr sz="1500" dirty="0">
                <a:latin typeface="Arial"/>
                <a:cs typeface="Arial"/>
              </a:rPr>
              <a:t>n </a:t>
            </a:r>
            <a:r>
              <a:rPr sz="1500" spc="-150" dirty="0">
                <a:latin typeface="Arial"/>
                <a:cs typeface="Arial"/>
              </a:rPr>
              <a:t> </a:t>
            </a:r>
            <a:r>
              <a:rPr sz="1500" spc="4" dirty="0">
                <a:latin typeface="Arial"/>
                <a:cs typeface="Arial"/>
              </a:rPr>
              <a:t>g</a:t>
            </a:r>
            <a:r>
              <a:rPr sz="1500" spc="8" dirty="0">
                <a:latin typeface="Arial"/>
                <a:cs typeface="Arial"/>
              </a:rPr>
              <a:t>r</a:t>
            </a:r>
            <a:r>
              <a:rPr sz="1500" spc="4" dirty="0">
                <a:latin typeface="Arial"/>
                <a:cs typeface="Arial"/>
              </a:rPr>
              <a:t>á</a:t>
            </a:r>
            <a:r>
              <a:rPr sz="1500" spc="8" dirty="0">
                <a:latin typeface="Arial"/>
                <a:cs typeface="Arial"/>
              </a:rPr>
              <a:t>f</a:t>
            </a:r>
            <a:r>
              <a:rPr sz="1500" dirty="0">
                <a:latin typeface="Arial"/>
                <a:cs typeface="Arial"/>
              </a:rPr>
              <a:t>i</a:t>
            </a:r>
            <a:r>
              <a:rPr sz="1500" spc="15" dirty="0">
                <a:latin typeface="Arial"/>
                <a:cs typeface="Arial"/>
              </a:rPr>
              <a:t>c</a:t>
            </a:r>
            <a:r>
              <a:rPr sz="1500" dirty="0">
                <a:latin typeface="Arial"/>
                <a:cs typeface="Arial"/>
              </a:rPr>
              <a:t>o </a:t>
            </a:r>
            <a:r>
              <a:rPr sz="1500" spc="-139" dirty="0">
                <a:latin typeface="Arial"/>
                <a:cs typeface="Arial"/>
              </a:rPr>
              <a:t> </a:t>
            </a:r>
            <a:r>
              <a:rPr sz="1500" spc="4" dirty="0">
                <a:latin typeface="Arial"/>
                <a:cs typeface="Arial"/>
              </a:rPr>
              <a:t>qu</a:t>
            </a:r>
            <a:r>
              <a:rPr sz="1500" dirty="0">
                <a:latin typeface="Arial"/>
                <a:cs typeface="Arial"/>
              </a:rPr>
              <a:t>e </a:t>
            </a:r>
            <a:r>
              <a:rPr sz="1500" spc="-158" dirty="0">
                <a:latin typeface="Arial"/>
                <a:cs typeface="Arial"/>
              </a:rPr>
              <a:t> </a:t>
            </a:r>
            <a:r>
              <a:rPr sz="1500" spc="-15" dirty="0">
                <a:latin typeface="Arial"/>
                <a:cs typeface="Arial"/>
              </a:rPr>
              <a:t>m</a:t>
            </a:r>
            <a:r>
              <a:rPr sz="1500" spc="-11" dirty="0">
                <a:latin typeface="Arial"/>
                <a:cs typeface="Arial"/>
              </a:rPr>
              <a:t>u</a:t>
            </a:r>
            <a:r>
              <a:rPr sz="1500" spc="-23" dirty="0">
                <a:latin typeface="Arial"/>
                <a:cs typeface="Arial"/>
              </a:rPr>
              <a:t>e</a:t>
            </a:r>
            <a:r>
              <a:rPr sz="1500" spc="-19" dirty="0">
                <a:latin typeface="Arial"/>
                <a:cs typeface="Arial"/>
              </a:rPr>
              <a:t>s</a:t>
            </a:r>
            <a:r>
              <a:rPr sz="1500" spc="-15" dirty="0">
                <a:latin typeface="Arial"/>
                <a:cs typeface="Arial"/>
              </a:rPr>
              <a:t>tr</a:t>
            </a:r>
            <a:r>
              <a:rPr sz="1500" dirty="0">
                <a:latin typeface="Arial"/>
                <a:cs typeface="Arial"/>
              </a:rPr>
              <a:t>e </a:t>
            </a:r>
            <a:r>
              <a:rPr sz="1500" spc="-176" dirty="0">
                <a:latin typeface="Arial"/>
                <a:cs typeface="Arial"/>
              </a:rPr>
              <a:t> </a:t>
            </a:r>
            <a:r>
              <a:rPr sz="1500" spc="-15" dirty="0">
                <a:latin typeface="Arial"/>
                <a:cs typeface="Arial"/>
              </a:rPr>
              <a:t>l</a:t>
            </a:r>
            <a:r>
              <a:rPr sz="1500" spc="-11" dirty="0">
                <a:latin typeface="Arial"/>
                <a:cs typeface="Arial"/>
              </a:rPr>
              <a:t>o</a:t>
            </a:r>
            <a:r>
              <a:rPr sz="1500" dirty="0">
                <a:latin typeface="Arial"/>
                <a:cs typeface="Arial"/>
              </a:rPr>
              <a:t>s </a:t>
            </a:r>
            <a:r>
              <a:rPr sz="1500" spc="-172" dirty="0">
                <a:latin typeface="Arial"/>
                <a:cs typeface="Arial"/>
              </a:rPr>
              <a:t> </a:t>
            </a:r>
            <a:r>
              <a:rPr sz="1500" b="1" spc="-11" dirty="0">
                <a:latin typeface="Arial"/>
                <a:cs typeface="Arial"/>
              </a:rPr>
              <a:t>do</a:t>
            </a:r>
            <a:r>
              <a:rPr sz="1500" b="1" dirty="0">
                <a:latin typeface="Arial"/>
                <a:cs typeface="Arial"/>
              </a:rPr>
              <a:t>s </a:t>
            </a:r>
            <a:r>
              <a:rPr sz="1500" b="1" spc="-176" dirty="0">
                <a:latin typeface="Arial"/>
                <a:cs typeface="Arial"/>
              </a:rPr>
              <a:t> </a:t>
            </a:r>
            <a:r>
              <a:rPr sz="1500" b="1" spc="26" dirty="0">
                <a:latin typeface="Arial"/>
                <a:cs typeface="Arial"/>
              </a:rPr>
              <a:t>t</a:t>
            </a:r>
            <a:r>
              <a:rPr sz="1500" b="1" spc="19" dirty="0">
                <a:latin typeface="Arial"/>
                <a:cs typeface="Arial"/>
              </a:rPr>
              <a:t>i</a:t>
            </a:r>
            <a:r>
              <a:rPr sz="1500" b="1" spc="23" dirty="0">
                <a:latin typeface="Arial"/>
                <a:cs typeface="Arial"/>
              </a:rPr>
              <a:t>po</a:t>
            </a:r>
            <a:r>
              <a:rPr sz="1500" b="1" dirty="0">
                <a:latin typeface="Arial"/>
                <a:cs typeface="Arial"/>
              </a:rPr>
              <a:t>s </a:t>
            </a:r>
            <a:r>
              <a:rPr sz="1500" b="1" spc="-4" dirty="0">
                <a:latin typeface="Arial"/>
                <a:cs typeface="Arial"/>
              </a:rPr>
              <a:t>d</a:t>
            </a:r>
            <a:r>
              <a:rPr sz="1500" b="1" dirty="0">
                <a:latin typeface="Arial"/>
                <a:cs typeface="Arial"/>
              </a:rPr>
              <a:t>e</a:t>
            </a:r>
            <a:r>
              <a:rPr sz="1500" b="1" spc="-8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cambio</a:t>
            </a:r>
            <a:r>
              <a:rPr sz="1500" b="1" spc="34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e</a:t>
            </a:r>
            <a:r>
              <a:rPr sz="1500" dirty="0">
                <a:latin typeface="Arial"/>
                <a:cs typeface="Arial"/>
              </a:rPr>
              <a:t>n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b="1" spc="-30" dirty="0">
                <a:latin typeface="Arial"/>
                <a:cs typeface="Arial"/>
              </a:rPr>
              <a:t>un</a:t>
            </a:r>
            <a:r>
              <a:rPr sz="1500" b="1" dirty="0">
                <a:latin typeface="Arial"/>
                <a:cs typeface="Arial"/>
              </a:rPr>
              <a:t>a</a:t>
            </a:r>
            <a:r>
              <a:rPr sz="1500" b="1" spc="-26" dirty="0">
                <a:latin typeface="Arial"/>
                <a:cs typeface="Arial"/>
              </a:rPr>
              <a:t> </a:t>
            </a:r>
            <a:r>
              <a:rPr sz="1500" b="1" spc="-38" dirty="0">
                <a:latin typeface="Arial"/>
                <a:cs typeface="Arial"/>
              </a:rPr>
              <a:t>s</a:t>
            </a:r>
            <a:r>
              <a:rPr sz="1500" b="1" spc="-41" dirty="0">
                <a:latin typeface="Arial"/>
                <a:cs typeface="Arial"/>
              </a:rPr>
              <a:t>ol</a:t>
            </a:r>
            <a:r>
              <a:rPr sz="1500" b="1" dirty="0">
                <a:latin typeface="Arial"/>
                <a:cs typeface="Arial"/>
              </a:rPr>
              <a:t>a</a:t>
            </a:r>
            <a:r>
              <a:rPr sz="1500" b="1" spc="19" dirty="0">
                <a:latin typeface="Arial"/>
                <a:cs typeface="Arial"/>
              </a:rPr>
              <a:t> </a:t>
            </a:r>
            <a:r>
              <a:rPr sz="1500" b="1" spc="-30" dirty="0">
                <a:latin typeface="Arial"/>
                <a:cs typeface="Arial"/>
              </a:rPr>
              <a:t>g</a:t>
            </a:r>
            <a:r>
              <a:rPr sz="1500" b="1" spc="-26" dirty="0">
                <a:latin typeface="Arial"/>
                <a:cs typeface="Arial"/>
              </a:rPr>
              <a:t>r</a:t>
            </a:r>
            <a:r>
              <a:rPr sz="1500" b="1" spc="-30" dirty="0">
                <a:latin typeface="Arial"/>
                <a:cs typeface="Arial"/>
              </a:rPr>
              <a:t>á</a:t>
            </a:r>
            <a:r>
              <a:rPr sz="1500" b="1" spc="-26" dirty="0">
                <a:latin typeface="Arial"/>
                <a:cs typeface="Arial"/>
              </a:rPr>
              <a:t>f</a:t>
            </a:r>
            <a:r>
              <a:rPr sz="1500" b="1" spc="-34" dirty="0">
                <a:latin typeface="Arial"/>
                <a:cs typeface="Arial"/>
              </a:rPr>
              <a:t>i</a:t>
            </a:r>
            <a:r>
              <a:rPr sz="1500" b="1" spc="-30" dirty="0">
                <a:latin typeface="Arial"/>
                <a:cs typeface="Arial"/>
              </a:rPr>
              <a:t>ca</a:t>
            </a:r>
            <a:r>
              <a:rPr sz="1500" dirty="0">
                <a:latin typeface="Arial"/>
                <a:cs typeface="Arial"/>
              </a:rPr>
              <a:t>.</a:t>
            </a:r>
          </a:p>
          <a:p>
            <a:pPr marL="609600" marR="3810" indent="-257175" algn="just">
              <a:lnSpc>
                <a:spcPct val="150000"/>
              </a:lnSpc>
              <a:buFont typeface="Arial"/>
              <a:buChar char="•"/>
              <a:tabLst>
                <a:tab pos="609600" algn="l"/>
              </a:tabLst>
            </a:pPr>
            <a:r>
              <a:rPr sz="1500" spc="-86" dirty="0" err="1">
                <a:latin typeface="Arial"/>
                <a:cs typeface="Arial"/>
              </a:rPr>
              <a:t>C</a:t>
            </a:r>
            <a:r>
              <a:rPr sz="1500" spc="-79" dirty="0" err="1">
                <a:latin typeface="Arial"/>
                <a:cs typeface="Arial"/>
              </a:rPr>
              <a:t>r</a:t>
            </a:r>
            <a:r>
              <a:rPr sz="1500" spc="-86" dirty="0" err="1">
                <a:latin typeface="Arial"/>
                <a:cs typeface="Arial"/>
              </a:rPr>
              <a:t>e</a:t>
            </a:r>
            <a:r>
              <a:rPr sz="1500" dirty="0" err="1">
                <a:latin typeface="Arial"/>
                <a:cs typeface="Arial"/>
              </a:rPr>
              <a:t>a</a:t>
            </a:r>
            <a:r>
              <a:rPr sz="1500" dirty="0">
                <a:latin typeface="Arial"/>
                <a:cs typeface="Arial"/>
              </a:rPr>
              <a:t> </a:t>
            </a:r>
            <a:r>
              <a:rPr sz="1500" spc="49" dirty="0" err="1">
                <a:latin typeface="Arial"/>
                <a:cs typeface="Arial"/>
              </a:rPr>
              <a:t>o</a:t>
            </a:r>
            <a:r>
              <a:rPr sz="1500" spc="45" dirty="0" err="1">
                <a:latin typeface="Arial"/>
                <a:cs typeface="Arial"/>
              </a:rPr>
              <a:t>t</a:t>
            </a:r>
            <a:r>
              <a:rPr sz="1500" spc="53" dirty="0" err="1">
                <a:latin typeface="Arial"/>
                <a:cs typeface="Arial"/>
              </a:rPr>
              <a:t>r</a:t>
            </a:r>
            <a:r>
              <a:rPr sz="1500" dirty="0" err="1">
                <a:latin typeface="Arial"/>
                <a:cs typeface="Arial"/>
              </a:rPr>
              <a:t>o</a:t>
            </a:r>
            <a:r>
              <a:rPr sz="1500" spc="217" dirty="0">
                <a:latin typeface="Arial"/>
                <a:cs typeface="Arial"/>
              </a:rPr>
              <a:t> </a:t>
            </a:r>
            <a:r>
              <a:rPr sz="1500" spc="4" dirty="0" err="1">
                <a:latin typeface="Arial"/>
                <a:cs typeface="Arial"/>
              </a:rPr>
              <a:t>g</a:t>
            </a:r>
            <a:r>
              <a:rPr sz="1500" spc="8" dirty="0" err="1">
                <a:latin typeface="Arial"/>
                <a:cs typeface="Arial"/>
              </a:rPr>
              <a:t>r</a:t>
            </a:r>
            <a:r>
              <a:rPr sz="1500" spc="4" dirty="0" err="1">
                <a:latin typeface="Arial"/>
                <a:cs typeface="Arial"/>
              </a:rPr>
              <a:t>á</a:t>
            </a:r>
            <a:r>
              <a:rPr sz="1500" spc="8" dirty="0" err="1">
                <a:latin typeface="Arial"/>
                <a:cs typeface="Arial"/>
              </a:rPr>
              <a:t>f</a:t>
            </a:r>
            <a:r>
              <a:rPr sz="1500" dirty="0" err="1">
                <a:latin typeface="Arial"/>
                <a:cs typeface="Arial"/>
              </a:rPr>
              <a:t>i</a:t>
            </a:r>
            <a:r>
              <a:rPr sz="1500" spc="15" dirty="0" err="1">
                <a:latin typeface="Arial"/>
                <a:cs typeface="Arial"/>
              </a:rPr>
              <a:t>c</a:t>
            </a:r>
            <a:r>
              <a:rPr sz="1500" dirty="0" err="1">
                <a:latin typeface="Arial"/>
                <a:cs typeface="Arial"/>
              </a:rPr>
              <a:t>o</a:t>
            </a:r>
            <a:r>
              <a:rPr lang="es-MX" sz="1500" spc="184" dirty="0">
                <a:latin typeface="Arial"/>
                <a:cs typeface="Arial"/>
              </a:rPr>
              <a:t> </a:t>
            </a:r>
            <a:r>
              <a:rPr sz="1500" spc="4" dirty="0">
                <a:latin typeface="Arial"/>
                <a:cs typeface="Arial"/>
              </a:rPr>
              <a:t>q</a:t>
            </a:r>
            <a:r>
              <a:rPr sz="1500" dirty="0">
                <a:latin typeface="Arial"/>
                <a:cs typeface="Arial"/>
              </a:rPr>
              <a:t>ue </a:t>
            </a:r>
            <a:r>
              <a:rPr sz="1500" spc="-8" dirty="0" err="1">
                <a:latin typeface="Arial"/>
                <a:cs typeface="Arial"/>
              </a:rPr>
              <a:t>m</a:t>
            </a:r>
            <a:r>
              <a:rPr sz="1500" spc="-11" dirty="0" err="1">
                <a:latin typeface="Arial"/>
                <a:cs typeface="Arial"/>
              </a:rPr>
              <a:t>u</a:t>
            </a:r>
            <a:r>
              <a:rPr sz="1500" spc="-23" dirty="0" err="1">
                <a:latin typeface="Arial"/>
                <a:cs typeface="Arial"/>
              </a:rPr>
              <a:t>e</a:t>
            </a:r>
            <a:r>
              <a:rPr sz="1500" spc="-19" dirty="0" err="1">
                <a:latin typeface="Arial"/>
                <a:cs typeface="Arial"/>
              </a:rPr>
              <a:t>s</a:t>
            </a:r>
            <a:r>
              <a:rPr sz="1500" spc="-15" dirty="0" err="1">
                <a:latin typeface="Arial"/>
                <a:cs typeface="Arial"/>
              </a:rPr>
              <a:t>tr</a:t>
            </a:r>
            <a:r>
              <a:rPr sz="1500" dirty="0" err="1">
                <a:latin typeface="Arial"/>
                <a:cs typeface="Arial"/>
              </a:rPr>
              <a:t>e</a:t>
            </a:r>
            <a:r>
              <a:rPr sz="1500" dirty="0">
                <a:latin typeface="Arial"/>
                <a:cs typeface="Arial"/>
              </a:rPr>
              <a:t> </a:t>
            </a:r>
            <a:r>
              <a:rPr sz="1500" b="1" spc="-11" dirty="0">
                <a:latin typeface="Arial"/>
                <a:cs typeface="Arial"/>
              </a:rPr>
              <a:t>d</a:t>
            </a:r>
            <a:r>
              <a:rPr sz="1500" b="1" dirty="0">
                <a:latin typeface="Arial"/>
                <a:cs typeface="Arial"/>
              </a:rPr>
              <a:t>os </a:t>
            </a:r>
            <a:r>
              <a:rPr sz="1500" b="1" spc="-38" dirty="0">
                <a:latin typeface="Arial"/>
                <a:cs typeface="Arial"/>
              </a:rPr>
              <a:t>s</a:t>
            </a:r>
            <a:r>
              <a:rPr sz="1500" b="1" spc="-30" dirty="0">
                <a:latin typeface="Arial"/>
                <a:cs typeface="Arial"/>
              </a:rPr>
              <a:t>u</a:t>
            </a:r>
            <a:r>
              <a:rPr sz="1500" b="1" spc="-41" dirty="0">
                <a:latin typeface="Arial"/>
                <a:cs typeface="Arial"/>
              </a:rPr>
              <a:t>bg</a:t>
            </a:r>
            <a:r>
              <a:rPr sz="1500" b="1" spc="-26" dirty="0">
                <a:latin typeface="Arial"/>
                <a:cs typeface="Arial"/>
              </a:rPr>
              <a:t>r</a:t>
            </a:r>
            <a:r>
              <a:rPr sz="1500" b="1" spc="-41" dirty="0">
                <a:latin typeface="Arial"/>
                <a:cs typeface="Arial"/>
              </a:rPr>
              <a:t>á</a:t>
            </a:r>
            <a:r>
              <a:rPr sz="1500" b="1" spc="-34" dirty="0">
                <a:latin typeface="Arial"/>
                <a:cs typeface="Arial"/>
              </a:rPr>
              <a:t>fi</a:t>
            </a:r>
            <a:r>
              <a:rPr sz="1500" b="1" spc="-38" dirty="0">
                <a:latin typeface="Arial"/>
                <a:cs typeface="Arial"/>
              </a:rPr>
              <a:t>c</a:t>
            </a:r>
            <a:r>
              <a:rPr sz="1500" b="1" spc="-30" dirty="0">
                <a:latin typeface="Arial"/>
                <a:cs typeface="Arial"/>
              </a:rPr>
              <a:t>as</a:t>
            </a:r>
            <a:r>
              <a:rPr sz="1500" dirty="0">
                <a:latin typeface="Arial"/>
                <a:cs typeface="Arial"/>
              </a:rPr>
              <a:t>,</a:t>
            </a:r>
            <a:r>
              <a:rPr sz="1500" spc="124" dirty="0">
                <a:latin typeface="Arial"/>
                <a:cs typeface="Arial"/>
              </a:rPr>
              <a:t> </a:t>
            </a:r>
            <a:r>
              <a:rPr sz="1500" spc="-19" dirty="0">
                <a:latin typeface="Arial"/>
                <a:cs typeface="Arial"/>
              </a:rPr>
              <a:t>un</a:t>
            </a:r>
            <a:r>
              <a:rPr sz="1500" dirty="0">
                <a:latin typeface="Arial"/>
                <a:cs typeface="Arial"/>
              </a:rPr>
              <a:t>a</a:t>
            </a:r>
            <a:r>
              <a:rPr sz="1500" spc="131" dirty="0">
                <a:latin typeface="Arial"/>
                <a:cs typeface="Arial"/>
              </a:rPr>
              <a:t> </a:t>
            </a:r>
            <a:r>
              <a:rPr sz="1500" spc="4" dirty="0">
                <a:latin typeface="Arial"/>
                <a:cs typeface="Arial"/>
              </a:rPr>
              <a:t>q</a:t>
            </a:r>
            <a:r>
              <a:rPr sz="1500" dirty="0">
                <a:latin typeface="Arial"/>
                <a:cs typeface="Arial"/>
              </a:rPr>
              <a:t>ue</a:t>
            </a:r>
            <a:r>
              <a:rPr sz="1500" spc="161" dirty="0">
                <a:latin typeface="Arial"/>
                <a:cs typeface="Arial"/>
              </a:rPr>
              <a:t> </a:t>
            </a:r>
            <a:r>
              <a:rPr sz="1500" spc="-11" dirty="0">
                <a:latin typeface="Arial"/>
                <a:cs typeface="Arial"/>
              </a:rPr>
              <a:t>co</a:t>
            </a:r>
            <a:r>
              <a:rPr sz="1500" dirty="0">
                <a:latin typeface="Arial"/>
                <a:cs typeface="Arial"/>
              </a:rPr>
              <a:t>r</a:t>
            </a:r>
            <a:r>
              <a:rPr sz="1500" spc="-11" dirty="0">
                <a:latin typeface="Arial"/>
                <a:cs typeface="Arial"/>
              </a:rPr>
              <a:t>re</a:t>
            </a:r>
            <a:r>
              <a:rPr sz="1500" dirty="0">
                <a:latin typeface="Arial"/>
                <a:cs typeface="Arial"/>
              </a:rPr>
              <a:t>s</a:t>
            </a:r>
            <a:r>
              <a:rPr sz="1500" spc="-11" dirty="0">
                <a:latin typeface="Arial"/>
                <a:cs typeface="Arial"/>
              </a:rPr>
              <a:t>p</a:t>
            </a:r>
            <a:r>
              <a:rPr sz="1500" dirty="0">
                <a:latin typeface="Arial"/>
                <a:cs typeface="Arial"/>
              </a:rPr>
              <a:t>on</a:t>
            </a:r>
            <a:r>
              <a:rPr sz="1500" spc="-8" dirty="0">
                <a:latin typeface="Arial"/>
                <a:cs typeface="Arial"/>
              </a:rPr>
              <a:t>d</a:t>
            </a:r>
            <a:r>
              <a:rPr sz="1500" dirty="0">
                <a:latin typeface="Arial"/>
                <a:cs typeface="Arial"/>
              </a:rPr>
              <a:t>a</a:t>
            </a:r>
            <a:r>
              <a:rPr sz="1500" spc="146" dirty="0">
                <a:latin typeface="Arial"/>
                <a:cs typeface="Arial"/>
              </a:rPr>
              <a:t> </a:t>
            </a:r>
            <a:r>
              <a:rPr sz="1500" spc="-23" dirty="0">
                <a:latin typeface="Arial"/>
                <a:cs typeface="Arial"/>
              </a:rPr>
              <a:t>a</a:t>
            </a:r>
            <a:r>
              <a:rPr sz="1500" dirty="0">
                <a:latin typeface="Arial"/>
                <a:cs typeface="Arial"/>
              </a:rPr>
              <a:t>l</a:t>
            </a:r>
            <a:r>
              <a:rPr sz="1500" spc="124" dirty="0">
                <a:latin typeface="Arial"/>
                <a:cs typeface="Arial"/>
              </a:rPr>
              <a:t> </a:t>
            </a:r>
            <a:r>
              <a:rPr sz="1500" b="1" spc="11" dirty="0">
                <a:latin typeface="Arial"/>
                <a:cs typeface="Arial"/>
              </a:rPr>
              <a:t>dóla</a:t>
            </a:r>
            <a:r>
              <a:rPr sz="1500" b="1" dirty="0">
                <a:latin typeface="Arial"/>
                <a:cs typeface="Arial"/>
              </a:rPr>
              <a:t>r</a:t>
            </a:r>
            <a:r>
              <a:rPr sz="1500" spc="184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y </a:t>
            </a:r>
            <a:r>
              <a:rPr sz="1500" spc="19" dirty="0">
                <a:latin typeface="Arial"/>
                <a:cs typeface="Arial"/>
              </a:rPr>
              <a:t>o</a:t>
            </a:r>
            <a:r>
              <a:rPr sz="1500" spc="26" dirty="0">
                <a:latin typeface="Arial"/>
                <a:cs typeface="Arial"/>
              </a:rPr>
              <a:t>tr</a:t>
            </a:r>
            <a:r>
              <a:rPr sz="1500" dirty="0">
                <a:latin typeface="Arial"/>
                <a:cs typeface="Arial"/>
              </a:rPr>
              <a:t>a</a:t>
            </a:r>
            <a:r>
              <a:rPr sz="1500" spc="23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a</a:t>
            </a:r>
            <a:r>
              <a:rPr sz="1500" dirty="0">
                <a:latin typeface="Arial"/>
                <a:cs typeface="Arial"/>
              </a:rPr>
              <a:t>l</a:t>
            </a:r>
            <a:r>
              <a:rPr sz="1500" spc="-38" dirty="0">
                <a:latin typeface="Arial"/>
                <a:cs typeface="Arial"/>
              </a:rPr>
              <a:t> </a:t>
            </a:r>
            <a:r>
              <a:rPr sz="1500" b="1" spc="-34" dirty="0">
                <a:latin typeface="Arial"/>
                <a:cs typeface="Arial"/>
              </a:rPr>
              <a:t>eu</a:t>
            </a:r>
            <a:r>
              <a:rPr sz="1500" b="1" spc="-26" dirty="0">
                <a:latin typeface="Arial"/>
                <a:cs typeface="Arial"/>
              </a:rPr>
              <a:t>r</a:t>
            </a:r>
            <a:r>
              <a:rPr sz="1500" b="1" spc="-30" dirty="0">
                <a:latin typeface="Arial"/>
                <a:cs typeface="Arial"/>
              </a:rPr>
              <a:t>o</a:t>
            </a:r>
            <a:r>
              <a:rPr sz="1500" dirty="0">
                <a:latin typeface="Arial"/>
                <a:cs typeface="Arial"/>
              </a:rPr>
              <a:t>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BA0B139-C7E4-4F1F-A25F-814A0026FAA6}"/>
              </a:ext>
            </a:extLst>
          </p:cNvPr>
          <p:cNvSpPr txBox="1"/>
          <p:nvPr/>
        </p:nvSpPr>
        <p:spPr>
          <a:xfrm>
            <a:off x="453199" y="3429000"/>
            <a:ext cx="8401050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50" dirty="0"/>
              <a:t>meses = ["Enero", "Febrero", "Marzo", "Abril", "Mayo", "Junio", "Julio", "Agosto", "Septiembre"]</a:t>
            </a:r>
          </a:p>
          <a:p>
            <a:r>
              <a:rPr lang="es-MX" sz="1650" dirty="0" err="1"/>
              <a:t>dolar</a:t>
            </a:r>
            <a:r>
              <a:rPr lang="es-MX" sz="1650" dirty="0"/>
              <a:t> = [17.15, 17.08, 17.22, 17.10, 17.05, 16.98, 16.92, 17.02, </a:t>
            </a:r>
            <a:r>
              <a:rPr lang="es-MX" sz="1650" dirty="0">
                <a:highlight>
                  <a:srgbClr val="FFFF00"/>
                </a:highlight>
              </a:rPr>
              <a:t>Sept</a:t>
            </a:r>
            <a:r>
              <a:rPr lang="es-MX" sz="1650" dirty="0"/>
              <a:t>]</a:t>
            </a:r>
          </a:p>
          <a:p>
            <a:r>
              <a:rPr lang="es-MX" sz="1650" dirty="0"/>
              <a:t>euro =  [20.09, 20.18, 19.90, 20.04, 19.91, 19.51, 19.30, 19.70, </a:t>
            </a:r>
            <a:r>
              <a:rPr lang="es-MX" sz="1650" dirty="0">
                <a:highlight>
                  <a:srgbClr val="FFFF00"/>
                </a:highlight>
              </a:rPr>
              <a:t>Sept</a:t>
            </a:r>
            <a:r>
              <a:rPr lang="es-MX" sz="1650" dirty="0"/>
              <a:t>]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2C5EDB5-FA0A-F43D-241C-B6439C6F43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1600" y="224106"/>
            <a:ext cx="70104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ES_tradnl" sz="48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Varias gráficas en un tablero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5071</TotalTime>
  <Words>691</Words>
  <Application>Microsoft Office PowerPoint</Application>
  <PresentationFormat>Presentación en pantalla (4:3)</PresentationFormat>
  <Paragraphs>127</Paragraphs>
  <Slides>19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8" baseType="lpstr">
      <vt:lpstr>Arial</vt:lpstr>
      <vt:lpstr>Arial Rounded MT Bold</vt:lpstr>
      <vt:lpstr>Calibri</vt:lpstr>
      <vt:lpstr>Corbel</vt:lpstr>
      <vt:lpstr>Courier New</vt:lpstr>
      <vt:lpstr>Dom Casual</vt:lpstr>
      <vt:lpstr>Google Sans Text</vt:lpstr>
      <vt:lpstr>Microsoft Sans Serif</vt:lpstr>
      <vt:lpstr>Tema de Office</vt:lpstr>
      <vt:lpstr>TC 1037  Pensamiento algorítmico</vt:lpstr>
      <vt:lpstr>Librerías</vt:lpstr>
      <vt:lpstr>Librerías</vt:lpstr>
      <vt:lpstr>Matplotlib</vt:lpstr>
      <vt:lpstr>Importando las librerias</vt:lpstr>
      <vt:lpstr>Listas</vt:lpstr>
      <vt:lpstr>Gráfica de barras simple</vt:lpstr>
      <vt:lpstr>Gráfica de barras con colores</vt:lpstr>
      <vt:lpstr>Gráfica de línea simple</vt:lpstr>
      <vt:lpstr>Presentación de PowerPoint</vt:lpstr>
      <vt:lpstr>Código de colores</vt:lpstr>
      <vt:lpstr>Presentación de PowerPoint</vt:lpstr>
      <vt:lpstr>Presentación de PowerPoint</vt:lpstr>
      <vt:lpstr>Gráficas con dos líneas</vt:lpstr>
      <vt:lpstr>Varias gráficas en un tablero</vt:lpstr>
      <vt:lpstr>Varias gráficas en un tablero</vt:lpstr>
      <vt:lpstr>Este sería el resultado:</vt:lpstr>
      <vt:lpstr>Varias gráficas en un tablero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profesor</dc:creator>
  <cp:lastModifiedBy>Lizethe Pérez Fuertes</cp:lastModifiedBy>
  <cp:revision>103</cp:revision>
  <dcterms:created xsi:type="dcterms:W3CDTF">2013-07-08T17:54:54Z</dcterms:created>
  <dcterms:modified xsi:type="dcterms:W3CDTF">2026-08-30T19:24:06Z</dcterms:modified>
</cp:coreProperties>
</file>