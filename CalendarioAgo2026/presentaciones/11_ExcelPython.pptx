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257" r:id="rId3"/>
    <p:sldId id="354" r:id="rId4"/>
    <p:sldId id="355" r:id="rId5"/>
    <p:sldId id="356" r:id="rId6"/>
    <p:sldId id="357" r:id="rId7"/>
    <p:sldId id="358" r:id="rId8"/>
    <p:sldId id="345" r:id="rId9"/>
    <p:sldId id="359" r:id="rId10"/>
    <p:sldId id="360" r:id="rId11"/>
    <p:sldId id="361" r:id="rId12"/>
    <p:sldId id="346" r:id="rId13"/>
    <p:sldId id="362" r:id="rId14"/>
    <p:sldId id="282" r:id="rId1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1F33C8-68B6-42B1-AFBA-0796F419AC96}" v="10" dt="2026-08-16T21:54:52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3239" autoAdjust="0"/>
  </p:normalViewPr>
  <p:slideViewPr>
    <p:cSldViewPr>
      <p:cViewPr varScale="1">
        <p:scale>
          <a:sx n="115" d="100"/>
          <a:sy n="115" d="100"/>
        </p:scale>
        <p:origin x="159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 sldOrd">
      <pc:chgData name="Lizethe Pérez Fuertes" userId="4ae9ef87-2a7d-42f8-8dfa-0a501a9e2ff4" providerId="ADAL" clId="{FDDD45CB-1330-4033-A842-3D2746AFF7C7}" dt="2026-08-16T21:54:52.131" v="1327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12T16:22:39.489" v="163" actId="1076"/>
        <pc:sldMkLst>
          <pc:docMk/>
          <pc:sldMk cId="0" sldId="257"/>
        </pc:sldMkLst>
        <pc:spChg chg="mod">
          <ac:chgData name="Lizethe Pérez Fuertes" userId="4ae9ef87-2a7d-42f8-8dfa-0a501a9e2ff4" providerId="ADAL" clId="{FDDD45CB-1330-4033-A842-3D2746AFF7C7}" dt="2026-08-11T23:18:13.286" v="153" actId="1076"/>
          <ac:spMkLst>
            <pc:docMk/>
            <pc:sldMk cId="0" sldId="257"/>
            <ac:spMk id="6" creationId="{1AF9A3DB-3D1C-9A5E-10C7-6E89AE734539}"/>
          </ac:spMkLst>
        </pc:spChg>
        <pc:spChg chg="mod">
          <ac:chgData name="Lizethe Pérez Fuertes" userId="4ae9ef87-2a7d-42f8-8dfa-0a501a9e2ff4" providerId="ADAL" clId="{FDDD45CB-1330-4033-A842-3D2746AFF7C7}" dt="2026-08-12T16:21:48.642" v="156" actId="120"/>
          <ac:spMkLst>
            <pc:docMk/>
            <pc:sldMk cId="0" sldId="257"/>
            <ac:spMk id="8" creationId="{10B0507B-3D52-32E9-9C30-B98FF46EA682}"/>
          </ac:spMkLst>
        </pc:spChg>
        <pc:picChg chg="add mod">
          <ac:chgData name="Lizethe Pérez Fuertes" userId="4ae9ef87-2a7d-42f8-8dfa-0a501a9e2ff4" providerId="ADAL" clId="{FDDD45CB-1330-4033-A842-3D2746AFF7C7}" dt="2026-08-12T16:22:39.489" v="163" actId="1076"/>
          <ac:picMkLst>
            <pc:docMk/>
            <pc:sldMk cId="0" sldId="257"/>
            <ac:picMk id="3" creationId="{8214C795-67FE-F9E4-BA01-69B63490472D}"/>
          </ac:picMkLst>
        </pc:picChg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0" sldId="264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0" sldId="266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0" sldId="271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0" sldId="275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1301067117" sldId="277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2034773782" sldId="278"/>
        </pc:sldMkLst>
      </pc:sldChg>
      <pc:sldChg chg="addSp delSp modSp mod">
        <pc:chgData name="Lizethe Pérez Fuertes" userId="4ae9ef87-2a7d-42f8-8dfa-0a501a9e2ff4" providerId="ADAL" clId="{FDDD45CB-1330-4033-A842-3D2746AFF7C7}" dt="2026-08-11T23:15:06.942" v="118" actId="107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23:10:55.068" v="105" actId="1076"/>
          <ac:spMkLst>
            <pc:docMk/>
            <pc:sldMk cId="2553855534" sldId="289"/>
            <ac:spMk id="7" creationId="{41A585A2-4B80-479F-964A-0052A3859706}"/>
          </ac:spMkLst>
        </pc:spChg>
        <pc:picChg chg="add mod">
          <ac:chgData name="Lizethe Pérez Fuertes" userId="4ae9ef87-2a7d-42f8-8dfa-0a501a9e2ff4" providerId="ADAL" clId="{FDDD45CB-1330-4033-A842-3D2746AFF7C7}" dt="2026-08-11T23:15:06.942" v="118" actId="1076"/>
          <ac:picMkLst>
            <pc:docMk/>
            <pc:sldMk cId="2553855534" sldId="289"/>
            <ac:picMk id="8" creationId="{DE17FE7B-5FE1-5257-C101-148E65F97D9C}"/>
          </ac:picMkLst>
        </pc:picChg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2699005820" sldId="341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0" sldId="344"/>
        </pc:sldMkLst>
      </pc:sldChg>
      <pc:sldChg chg="delSp modSp mod">
        <pc:chgData name="Lizethe Pérez Fuertes" userId="4ae9ef87-2a7d-42f8-8dfa-0a501a9e2ff4" providerId="ADAL" clId="{FDDD45CB-1330-4033-A842-3D2746AFF7C7}" dt="2026-08-16T21:47:34.154" v="1286" actId="478"/>
        <pc:sldMkLst>
          <pc:docMk/>
          <pc:sldMk cId="222734393" sldId="345"/>
        </pc:sldMkLst>
        <pc:spChg chg="mod">
          <ac:chgData name="Lizethe Pérez Fuertes" userId="4ae9ef87-2a7d-42f8-8dfa-0a501a9e2ff4" providerId="ADAL" clId="{FDDD45CB-1330-4033-A842-3D2746AFF7C7}" dt="2026-08-12T17:13:54.563" v="998" actId="948"/>
          <ac:spMkLst>
            <pc:docMk/>
            <pc:sldMk cId="222734393" sldId="345"/>
            <ac:spMk id="3" creationId="{87A43A13-D5E9-CB4C-833D-953CAC858ED9}"/>
          </ac:spMkLst>
        </pc:spChg>
        <pc:spChg chg="del">
          <ac:chgData name="Lizethe Pérez Fuertes" userId="4ae9ef87-2a7d-42f8-8dfa-0a501a9e2ff4" providerId="ADAL" clId="{FDDD45CB-1330-4033-A842-3D2746AFF7C7}" dt="2026-08-16T21:47:34.154" v="1286" actId="478"/>
          <ac:spMkLst>
            <pc:docMk/>
            <pc:sldMk cId="222734393" sldId="345"/>
            <ac:spMk id="5" creationId="{CAA12FE5-1A2F-59A7-429D-1AF32424D0E7}"/>
          </ac:spMkLst>
        </pc:spChg>
        <pc:spChg chg="mod">
          <ac:chgData name="Lizethe Pérez Fuertes" userId="4ae9ef87-2a7d-42f8-8dfa-0a501a9e2ff4" providerId="ADAL" clId="{FDDD45CB-1330-4033-A842-3D2746AFF7C7}" dt="2026-08-12T17:11:05.002" v="745" actId="6549"/>
          <ac:spMkLst>
            <pc:docMk/>
            <pc:sldMk cId="222734393" sldId="345"/>
            <ac:spMk id="6" creationId="{467FC619-6EA8-6075-9206-BA15434B7E9B}"/>
          </ac:spMkLst>
        </pc:spChg>
      </pc:sldChg>
      <pc:sldChg chg="addSp delSp modSp mod">
        <pc:chgData name="Lizethe Pérez Fuertes" userId="4ae9ef87-2a7d-42f8-8dfa-0a501a9e2ff4" providerId="ADAL" clId="{FDDD45CB-1330-4033-A842-3D2746AFF7C7}" dt="2026-08-16T21:51:05.962" v="1313" actId="1076"/>
        <pc:sldMkLst>
          <pc:docMk/>
          <pc:sldMk cId="1055148994" sldId="346"/>
        </pc:sldMkLst>
        <pc:spChg chg="mod">
          <ac:chgData name="Lizethe Pérez Fuertes" userId="4ae9ef87-2a7d-42f8-8dfa-0a501a9e2ff4" providerId="ADAL" clId="{FDDD45CB-1330-4033-A842-3D2746AFF7C7}" dt="2026-08-16T21:50:37.768" v="1308" actId="14100"/>
          <ac:spMkLst>
            <pc:docMk/>
            <pc:sldMk cId="1055148994" sldId="346"/>
            <ac:spMk id="2" creationId="{90092276-622F-ABDF-170E-05BB2F164FE8}"/>
          </ac:spMkLst>
        </pc:spChg>
        <pc:spChg chg="mod">
          <ac:chgData name="Lizethe Pérez Fuertes" userId="4ae9ef87-2a7d-42f8-8dfa-0a501a9e2ff4" providerId="ADAL" clId="{FDDD45CB-1330-4033-A842-3D2746AFF7C7}" dt="2026-08-12T17:22:40.062" v="1110" actId="20577"/>
          <ac:spMkLst>
            <pc:docMk/>
            <pc:sldMk cId="1055148994" sldId="346"/>
            <ac:spMk id="6" creationId="{48979827-D96F-99B3-063B-6AC061129C42}"/>
          </ac:spMkLst>
        </pc:spChg>
        <pc:picChg chg="add mod">
          <ac:chgData name="Lizethe Pérez Fuertes" userId="4ae9ef87-2a7d-42f8-8dfa-0a501a9e2ff4" providerId="ADAL" clId="{FDDD45CB-1330-4033-A842-3D2746AFF7C7}" dt="2026-08-16T21:51:05.962" v="1313" actId="1076"/>
          <ac:picMkLst>
            <pc:docMk/>
            <pc:sldMk cId="1055148994" sldId="346"/>
            <ac:picMk id="4" creationId="{B9874298-AAE9-4383-1DBD-11C62F19201F}"/>
          </ac:picMkLst>
        </pc:picChg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4118520966" sldId="347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2950979726" sldId="348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238418327" sldId="349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2616061273" sldId="350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2763501894" sldId="351"/>
        </pc:sldMkLst>
      </pc:sldChg>
      <pc:sldChg chg="del">
        <pc:chgData name="Lizethe Pérez Fuertes" userId="4ae9ef87-2a7d-42f8-8dfa-0a501a9e2ff4" providerId="ADAL" clId="{FDDD45CB-1330-4033-A842-3D2746AFF7C7}" dt="2026-08-16T21:53:20.506" v="1323" actId="47"/>
        <pc:sldMkLst>
          <pc:docMk/>
          <pc:sldMk cId="3957193108" sldId="353"/>
        </pc:sldMkLst>
      </pc:sldChg>
      <pc:sldChg chg="addSp delSp modSp add mod">
        <pc:chgData name="Lizethe Pérez Fuertes" userId="4ae9ef87-2a7d-42f8-8dfa-0a501a9e2ff4" providerId="ADAL" clId="{FDDD45CB-1330-4033-A842-3D2746AFF7C7}" dt="2026-08-12T16:26:08.206" v="227" actId="14100"/>
        <pc:sldMkLst>
          <pc:docMk/>
          <pc:sldMk cId="1630329160" sldId="354"/>
        </pc:sldMkLst>
        <pc:spChg chg="mod">
          <ac:chgData name="Lizethe Pérez Fuertes" userId="4ae9ef87-2a7d-42f8-8dfa-0a501a9e2ff4" providerId="ADAL" clId="{FDDD45CB-1330-4033-A842-3D2746AFF7C7}" dt="2026-08-12T16:23:08.139" v="183" actId="20577"/>
          <ac:spMkLst>
            <pc:docMk/>
            <pc:sldMk cId="1630329160" sldId="354"/>
            <ac:spMk id="6" creationId="{9C6C2889-8B55-1F17-4081-E1AD4C7AC423}"/>
          </ac:spMkLst>
        </pc:spChg>
        <pc:spChg chg="mod">
          <ac:chgData name="Lizethe Pérez Fuertes" userId="4ae9ef87-2a7d-42f8-8dfa-0a501a9e2ff4" providerId="ADAL" clId="{FDDD45CB-1330-4033-A842-3D2746AFF7C7}" dt="2026-08-12T16:25:57.913" v="223" actId="948"/>
          <ac:spMkLst>
            <pc:docMk/>
            <pc:sldMk cId="1630329160" sldId="354"/>
            <ac:spMk id="8" creationId="{1E87AA98-3A93-84A8-25C1-7FB00C1CEF10}"/>
          </ac:spMkLst>
        </pc:spChg>
        <pc:picChg chg="add mod">
          <ac:chgData name="Lizethe Pérez Fuertes" userId="4ae9ef87-2a7d-42f8-8dfa-0a501a9e2ff4" providerId="ADAL" clId="{FDDD45CB-1330-4033-A842-3D2746AFF7C7}" dt="2026-08-12T16:26:08.206" v="227" actId="14100"/>
          <ac:picMkLst>
            <pc:docMk/>
            <pc:sldMk cId="1630329160" sldId="354"/>
            <ac:picMk id="4" creationId="{B2B1EBA4-408E-7F50-CE3B-5F4FF576C24A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54:31.773" v="1325"/>
        <pc:sldMkLst>
          <pc:docMk/>
          <pc:sldMk cId="1306365043" sldId="355"/>
        </pc:sldMkLst>
        <pc:spChg chg="mod">
          <ac:chgData name="Lizethe Pérez Fuertes" userId="4ae9ef87-2a7d-42f8-8dfa-0a501a9e2ff4" providerId="ADAL" clId="{FDDD45CB-1330-4033-A842-3D2746AFF7C7}" dt="2026-08-12T16:27:30.175" v="273" actId="20577"/>
          <ac:spMkLst>
            <pc:docMk/>
            <pc:sldMk cId="1306365043" sldId="355"/>
            <ac:spMk id="6" creationId="{5C3BB304-B274-5EB7-8A0E-5A856EA2E307}"/>
          </ac:spMkLst>
        </pc:spChg>
        <pc:spChg chg="mod">
          <ac:chgData name="Lizethe Pérez Fuertes" userId="4ae9ef87-2a7d-42f8-8dfa-0a501a9e2ff4" providerId="ADAL" clId="{FDDD45CB-1330-4033-A842-3D2746AFF7C7}" dt="2026-08-16T21:54:31.773" v="1325"/>
          <ac:spMkLst>
            <pc:docMk/>
            <pc:sldMk cId="1306365043" sldId="355"/>
            <ac:spMk id="8" creationId="{DC0A60F3-A060-152F-914C-F244B4E6B79B}"/>
          </ac:spMkLst>
        </pc:spChg>
        <pc:picChg chg="add mod">
          <ac:chgData name="Lizethe Pérez Fuertes" userId="4ae9ef87-2a7d-42f8-8dfa-0a501a9e2ff4" providerId="ADAL" clId="{FDDD45CB-1330-4033-A842-3D2746AFF7C7}" dt="2026-08-16T21:45:50.698" v="1272" actId="1076"/>
          <ac:picMkLst>
            <pc:docMk/>
            <pc:sldMk cId="1306365043" sldId="355"/>
            <ac:picMk id="3" creationId="{657EDF45-9B33-B323-ED00-BD6AA461C545}"/>
          </ac:picMkLst>
        </pc:picChg>
      </pc:sldChg>
      <pc:sldChg chg="addSp delSp modSp add mod ord">
        <pc:chgData name="Lizethe Pérez Fuertes" userId="4ae9ef87-2a7d-42f8-8dfa-0a501a9e2ff4" providerId="ADAL" clId="{FDDD45CB-1330-4033-A842-3D2746AFF7C7}" dt="2026-08-12T17:10:06.349" v="712"/>
        <pc:sldMkLst>
          <pc:docMk/>
          <pc:sldMk cId="2561361310" sldId="356"/>
        </pc:sldMkLst>
        <pc:picChg chg="add mod">
          <ac:chgData name="Lizethe Pérez Fuertes" userId="4ae9ef87-2a7d-42f8-8dfa-0a501a9e2ff4" providerId="ADAL" clId="{FDDD45CB-1330-4033-A842-3D2746AFF7C7}" dt="2026-08-12T16:30:54.360" v="475" actId="1076"/>
          <ac:picMkLst>
            <pc:docMk/>
            <pc:sldMk cId="2561361310" sldId="356"/>
            <ac:picMk id="9" creationId="{A47AEF69-A8DA-8E41-3269-E486B1865F28}"/>
          </ac:picMkLst>
        </pc:picChg>
        <pc:picChg chg="add mod">
          <ac:chgData name="Lizethe Pérez Fuertes" userId="4ae9ef87-2a7d-42f8-8dfa-0a501a9e2ff4" providerId="ADAL" clId="{FDDD45CB-1330-4033-A842-3D2746AFF7C7}" dt="2026-08-12T16:32:03.556" v="486" actId="1076"/>
          <ac:picMkLst>
            <pc:docMk/>
            <pc:sldMk cId="2561361310" sldId="356"/>
            <ac:picMk id="11" creationId="{3EBE24B3-999B-5DA3-0C4A-DFB3A1164993}"/>
          </ac:picMkLst>
        </pc:picChg>
      </pc:sldChg>
      <pc:sldChg chg="delSp modSp add mod">
        <pc:chgData name="Lizethe Pérez Fuertes" userId="4ae9ef87-2a7d-42f8-8dfa-0a501a9e2ff4" providerId="ADAL" clId="{FDDD45CB-1330-4033-A842-3D2746AFF7C7}" dt="2026-08-16T21:46:54.368" v="1279" actId="207"/>
        <pc:sldMkLst>
          <pc:docMk/>
          <pc:sldMk cId="3994487612" sldId="357"/>
        </pc:sldMkLst>
        <pc:spChg chg="mod">
          <ac:chgData name="Lizethe Pérez Fuertes" userId="4ae9ef87-2a7d-42f8-8dfa-0a501a9e2ff4" providerId="ADAL" clId="{FDDD45CB-1330-4033-A842-3D2746AFF7C7}" dt="2026-08-12T16:35:58.159" v="692" actId="1076"/>
          <ac:spMkLst>
            <pc:docMk/>
            <pc:sldMk cId="3994487612" sldId="357"/>
            <ac:spMk id="6" creationId="{BEF01FDC-E38D-23E6-880E-C7267D6092D4}"/>
          </ac:spMkLst>
        </pc:spChg>
        <pc:spChg chg="mod">
          <ac:chgData name="Lizethe Pérez Fuertes" userId="4ae9ef87-2a7d-42f8-8dfa-0a501a9e2ff4" providerId="ADAL" clId="{FDDD45CB-1330-4033-A842-3D2746AFF7C7}" dt="2026-08-16T21:46:54.368" v="1279" actId="207"/>
          <ac:spMkLst>
            <pc:docMk/>
            <pc:sldMk cId="3994487612" sldId="357"/>
            <ac:spMk id="8" creationId="{376096C4-13A8-8E79-C726-65D2FDE1A7B5}"/>
          </ac:spMkLst>
        </pc:spChg>
      </pc:sldChg>
      <pc:sldChg chg="addSp delSp modSp add mod ord">
        <pc:chgData name="Lizethe Pérez Fuertes" userId="4ae9ef87-2a7d-42f8-8dfa-0a501a9e2ff4" providerId="ADAL" clId="{FDDD45CB-1330-4033-A842-3D2746AFF7C7}" dt="2026-08-16T21:47:14.954" v="1285" actId="1076"/>
        <pc:sldMkLst>
          <pc:docMk/>
          <pc:sldMk cId="2628190386" sldId="358"/>
        </pc:sldMkLst>
        <pc:picChg chg="add mod">
          <ac:chgData name="Lizethe Pérez Fuertes" userId="4ae9ef87-2a7d-42f8-8dfa-0a501a9e2ff4" providerId="ADAL" clId="{FDDD45CB-1330-4033-A842-3D2746AFF7C7}" dt="2026-08-16T21:47:14.954" v="1285" actId="1076"/>
          <ac:picMkLst>
            <pc:docMk/>
            <pc:sldMk cId="2628190386" sldId="358"/>
            <ac:picMk id="3" creationId="{CC8DDCF5-067F-A6F9-EBA2-3194F8F3C720}"/>
          </ac:picMkLst>
        </pc:picChg>
        <pc:picChg chg="add mod">
          <ac:chgData name="Lizethe Pérez Fuertes" userId="4ae9ef87-2a7d-42f8-8dfa-0a501a9e2ff4" providerId="ADAL" clId="{FDDD45CB-1330-4033-A842-3D2746AFF7C7}" dt="2026-08-16T21:47:13.330" v="1284" actId="1076"/>
          <ac:picMkLst>
            <pc:docMk/>
            <pc:sldMk cId="2628190386" sldId="358"/>
            <ac:picMk id="6" creationId="{B1A03CA4-A748-5B11-1594-49C2455615F9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47:57.639" v="1292" actId="1076"/>
        <pc:sldMkLst>
          <pc:docMk/>
          <pc:sldMk cId="3382565071" sldId="359"/>
        </pc:sldMkLst>
        <pc:picChg chg="add mod">
          <ac:chgData name="Lizethe Pérez Fuertes" userId="4ae9ef87-2a7d-42f8-8dfa-0a501a9e2ff4" providerId="ADAL" clId="{FDDD45CB-1330-4033-A842-3D2746AFF7C7}" dt="2026-08-16T21:47:57.639" v="1292" actId="1076"/>
          <ac:picMkLst>
            <pc:docMk/>
            <pc:sldMk cId="3382565071" sldId="359"/>
            <ac:picMk id="8" creationId="{13E48C86-0B44-B8BA-AA6A-2EAEEAC07FB1}"/>
          </ac:picMkLst>
        </pc:picChg>
        <pc:picChg chg="add mod ord">
          <ac:chgData name="Lizethe Pérez Fuertes" userId="4ae9ef87-2a7d-42f8-8dfa-0a501a9e2ff4" providerId="ADAL" clId="{FDDD45CB-1330-4033-A842-3D2746AFF7C7}" dt="2026-08-16T21:47:54.853" v="1290" actId="166"/>
          <ac:picMkLst>
            <pc:docMk/>
            <pc:sldMk cId="3382565071" sldId="359"/>
            <ac:picMk id="10" creationId="{791934EC-7C4D-47AC-51DD-404BBBC72CC6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54:52.131" v="1327"/>
        <pc:sldMkLst>
          <pc:docMk/>
          <pc:sldMk cId="1910390490" sldId="360"/>
        </pc:sldMkLst>
        <pc:spChg chg="mod">
          <ac:chgData name="Lizethe Pérez Fuertes" userId="4ae9ef87-2a7d-42f8-8dfa-0a501a9e2ff4" providerId="ADAL" clId="{FDDD45CB-1330-4033-A842-3D2746AFF7C7}" dt="2026-08-16T21:54:52.131" v="1327"/>
          <ac:spMkLst>
            <pc:docMk/>
            <pc:sldMk cId="1910390490" sldId="360"/>
            <ac:spMk id="3" creationId="{4048B53B-E1C7-D904-7EAB-35CD82F62BEF}"/>
          </ac:spMkLst>
        </pc:spChg>
        <pc:spChg chg="mod">
          <ac:chgData name="Lizethe Pérez Fuertes" userId="4ae9ef87-2a7d-42f8-8dfa-0a501a9e2ff4" providerId="ADAL" clId="{FDDD45CB-1330-4033-A842-3D2746AFF7C7}" dt="2026-08-12T17:17:28.004" v="1046" actId="20577"/>
          <ac:spMkLst>
            <pc:docMk/>
            <pc:sldMk cId="1910390490" sldId="360"/>
            <ac:spMk id="6" creationId="{AF8CA777-6527-6104-938A-6C4020F5E294}"/>
          </ac:spMkLst>
        </pc:spChg>
        <pc:picChg chg="add mod">
          <ac:chgData name="Lizethe Pérez Fuertes" userId="4ae9ef87-2a7d-42f8-8dfa-0a501a9e2ff4" providerId="ADAL" clId="{FDDD45CB-1330-4033-A842-3D2746AFF7C7}" dt="2026-08-12T17:20:14.527" v="1066" actId="1076"/>
          <ac:picMkLst>
            <pc:docMk/>
            <pc:sldMk cId="1910390490" sldId="360"/>
            <ac:picMk id="4" creationId="{FE98D8C9-0750-FC7F-BF0A-E4E45B4E748B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48:47.706" v="1297" actId="1076"/>
        <pc:sldMkLst>
          <pc:docMk/>
          <pc:sldMk cId="510845350" sldId="361"/>
        </pc:sldMkLst>
        <pc:picChg chg="add mod">
          <ac:chgData name="Lizethe Pérez Fuertes" userId="4ae9ef87-2a7d-42f8-8dfa-0a501a9e2ff4" providerId="ADAL" clId="{FDDD45CB-1330-4033-A842-3D2746AFF7C7}" dt="2026-08-16T21:48:41.386" v="1296" actId="1076"/>
          <ac:picMkLst>
            <pc:docMk/>
            <pc:sldMk cId="510845350" sldId="361"/>
            <ac:picMk id="7" creationId="{37369BFA-7C9D-A59F-C9D4-248840D12FCB}"/>
          </ac:picMkLst>
        </pc:picChg>
        <pc:picChg chg="add mod">
          <ac:chgData name="Lizethe Pérez Fuertes" userId="4ae9ef87-2a7d-42f8-8dfa-0a501a9e2ff4" providerId="ADAL" clId="{FDDD45CB-1330-4033-A842-3D2746AFF7C7}" dt="2026-08-16T21:48:47.706" v="1297" actId="1076"/>
          <ac:picMkLst>
            <pc:docMk/>
            <pc:sldMk cId="510845350" sldId="361"/>
            <ac:picMk id="11" creationId="{ADD1A646-CAF3-CB88-3313-81F894193F8B}"/>
          </ac:picMkLst>
        </pc:picChg>
      </pc:sldChg>
      <pc:sldChg chg="addSp modSp add mod">
        <pc:chgData name="Lizethe Pérez Fuertes" userId="4ae9ef87-2a7d-42f8-8dfa-0a501a9e2ff4" providerId="ADAL" clId="{FDDD45CB-1330-4033-A842-3D2746AFF7C7}" dt="2026-08-16T21:52:38.994" v="1322" actId="1076"/>
        <pc:sldMkLst>
          <pc:docMk/>
          <pc:sldMk cId="3550175443" sldId="362"/>
        </pc:sldMkLst>
        <pc:spChg chg="mod">
          <ac:chgData name="Lizethe Pérez Fuertes" userId="4ae9ef87-2a7d-42f8-8dfa-0a501a9e2ff4" providerId="ADAL" clId="{FDDD45CB-1330-4033-A842-3D2746AFF7C7}" dt="2026-08-16T21:52:20.374" v="1320" actId="14100"/>
          <ac:spMkLst>
            <pc:docMk/>
            <pc:sldMk cId="3550175443" sldId="362"/>
            <ac:spMk id="2" creationId="{FFDF7FB9-6E83-DA5A-BDFA-59BEB3D285D5}"/>
          </ac:spMkLst>
        </pc:spChg>
        <pc:picChg chg="add mod">
          <ac:chgData name="Lizethe Pérez Fuertes" userId="4ae9ef87-2a7d-42f8-8dfa-0a501a9e2ff4" providerId="ADAL" clId="{FDDD45CB-1330-4033-A842-3D2746AFF7C7}" dt="2026-08-16T21:52:38.994" v="1322" actId="1076"/>
          <ac:picMkLst>
            <pc:docMk/>
            <pc:sldMk cId="3550175443" sldId="362"/>
            <ac:picMk id="4" creationId="{DC2A757D-4C3F-EBBF-BA93-8E9C504F3FF7}"/>
          </ac:picMkLst>
        </pc:picChg>
      </pc:sldChg>
      <pc:sldMasterChg chg="delSldLayout">
        <pc:chgData name="Lizethe Pérez Fuertes" userId="4ae9ef87-2a7d-42f8-8dfa-0a501a9e2ff4" providerId="ADAL" clId="{FDDD45CB-1330-4033-A842-3D2746AFF7C7}" dt="2026-08-16T21:53:20.506" v="1323" actId="47"/>
        <pc:sldMasterMkLst>
          <pc:docMk/>
          <pc:sldMasterMk cId="1000699671" sldId="2147483648"/>
        </pc:sldMasterMkLst>
        <pc:sldLayoutChg chg="del">
          <pc:chgData name="Lizethe Pérez Fuertes" userId="4ae9ef87-2a7d-42f8-8dfa-0a501a9e2ff4" providerId="ADAL" clId="{FDDD45CB-1330-4033-A842-3D2746AFF7C7}" dt="2026-08-16T21:53:20.506" v="1323" actId="47"/>
          <pc:sldLayoutMkLst>
            <pc:docMk/>
            <pc:sldMasterMk cId="1000699671" sldId="2147483648"/>
            <pc:sldLayoutMk cId="25508654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522D-34E6-9E45-96EA-6089C594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ED95D2D3-B7F0-E375-E0D4-F0205EF27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3297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A1CA-D7AD-3F93-1FF1-29AB83CA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AD491073-CA63-52B9-684A-FE544DC6B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6576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73E4-5E93-6EE8-011F-5A014010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5D26951-5D50-293C-1696-C02CB2E7A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6287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D255-41DA-BCCF-6602-8B10ABF1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2830F11-5355-77CF-DC7A-C355FDF55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2815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AB5B-DB4C-0404-30A8-D7871BDF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F524BF1-A3E6-128A-3EF3-A04A2EF12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225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A0CE-3ED0-3973-422B-306CD5DE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E6BDE5-CAA2-8CBE-233A-83438F7A6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009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CF0E-529D-6612-B028-23535B5B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5E13D60-1C35-B5ED-9395-CBDEFF11A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092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6B80-EA35-CA05-87F6-D63E099A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9910152-77B8-3AA9-EEFD-8E392CB8E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6951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D5DB-00C3-3226-557A-041589E9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5860AD7-89FB-FA38-7B65-D7ED949D6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9274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E4FA-02D8-27D0-1292-86C6BA1F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7D74036-7847-0FCD-4091-7351F05E3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3523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C54F-8638-95FC-FF84-9F3246F7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08899DA-8AFD-9ABB-0436-846229007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1102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16/08/2026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526" y="2076498"/>
            <a:ext cx="6728792" cy="792088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Procesamiento de archivos de Excel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E17FE7B-5FE1-5257-C101-148E65F9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884937"/>
            <a:ext cx="3372321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B0507B-3D52-32E9-9C30-B98FF46EA682}"/>
              </a:ext>
            </a:extLst>
          </p:cNvPr>
          <p:cNvSpPr txBox="1">
            <a:spLocks/>
          </p:cNvSpPr>
          <p:nvPr/>
        </p:nvSpPr>
        <p:spPr>
          <a:xfrm>
            <a:off x="539552" y="1340768"/>
            <a:ext cx="8021804" cy="132799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poder manipular archivos de Excel mediante Python, debes tener instalado </a:t>
            </a:r>
            <a:r>
              <a:rPr lang="es-MX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pandas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y la librería </a:t>
            </a:r>
            <a:r>
              <a:rPr lang="es-MX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xlrd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Thonny, la instalación se hace con los siguientes pasos: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14C795-67FE-F9E4-BA01-69B63490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0" y="2924944"/>
            <a:ext cx="8089439" cy="29134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2211-51FB-0161-C4C1-9072DB80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8F26530-0FC0-8D34-803B-F2110944610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6C2889-8B55-1F17-4081-E1AD4C7AC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Preparativos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E87AA98-3A93-84A8-25C1-7FB00C1CEF10}"/>
              </a:ext>
            </a:extLst>
          </p:cNvPr>
          <p:cNvSpPr txBox="1">
            <a:spLocks/>
          </p:cNvSpPr>
          <p:nvPr/>
        </p:nvSpPr>
        <p:spPr>
          <a:xfrm>
            <a:off x="576814" y="1193800"/>
            <a:ext cx="8021804" cy="10458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28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También descarga la tabla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vendedores.xlsx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la cual muestra información de los vendedores en una empresa, dividida por regiones (norte, sur, este, oeste).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B1EBA4-408E-7F50-CE3B-5F4FF576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92" y="2377479"/>
            <a:ext cx="5745180" cy="41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2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9878-DA11-1635-45E7-4A4360FA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54CB79A-3308-3804-81C0-B59BDB324DDF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C3BB304-B274-5EB7-8A0E-5A856EA2E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Carga de un archivo de Excel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C0A60F3-A060-152F-914C-F244B4E6B79B}"/>
              </a:ext>
            </a:extLst>
          </p:cNvPr>
          <p:cNvSpPr txBox="1">
            <a:spLocks/>
          </p:cNvSpPr>
          <p:nvPr/>
        </p:nvSpPr>
        <p:spPr>
          <a:xfrm>
            <a:off x="607180" y="1454427"/>
            <a:ext cx="8021804" cy="1260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25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Podemos utilizar la librería de Pandas para poder leer la información contenida en un archivo de Excel.</a:t>
            </a:r>
          </a:p>
          <a:p>
            <a:pPr algn="just">
              <a:lnSpc>
                <a:spcPts val="25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25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ello, utiliza el método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read_Excel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("nombre del archivo")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7EDF45-9B33-B323-ED00-BD6AA461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127645"/>
            <a:ext cx="6012160" cy="251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6EF3-89FE-13F1-949B-B64D1459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00A99C9-0624-8BD4-0246-CBAC0CBB9E45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7AEF69-A8DA-8E41-3269-E486B1865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2" y="476672"/>
            <a:ext cx="5613782" cy="56886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BE24B3-999B-5DA3-0C4A-DFB3A1164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093707"/>
            <a:ext cx="2892750" cy="46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6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E1F0-4147-84A8-F818-C279E710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E552608-A31F-0DC9-E7B5-13619232CB56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F01FDC-E38D-23E6-880E-C7267D609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640" y="836712"/>
            <a:ext cx="662638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Extracción de información por columna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76096C4-13A8-8E79-C726-65D2FDE1A7B5}"/>
              </a:ext>
            </a:extLst>
          </p:cNvPr>
          <p:cNvSpPr txBox="1">
            <a:spLocks/>
          </p:cNvSpPr>
          <p:nvPr/>
        </p:nvSpPr>
        <p:spPr>
          <a:xfrm>
            <a:off x="1258809" y="2547765"/>
            <a:ext cx="6626382" cy="176247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requiere guardar la información de una columna entera en una lista, utiliza la siguiente sintaxis:</a:t>
            </a:r>
          </a:p>
          <a:p>
            <a:pPr algn="just">
              <a:lnSpc>
                <a:spcPct val="150000"/>
              </a:lnSpc>
            </a:pPr>
            <a:endParaRPr lang="es-MX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25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es-MX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'Columna' 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9448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07CF-EBA2-6DB5-2DB3-4FD31F25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225F66EC-1EDF-255D-5760-BA105DF891B0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DDCF5-067F-A6F9-EBA2-3194F8F3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36643"/>
            <a:ext cx="5198276" cy="46447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A03CA4-A748-5B11-1594-49C24556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484784"/>
            <a:ext cx="387721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9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65D1-F200-6054-82C9-4CBA872C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67FC619-6EA8-6075-9206-BA15434B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Medidas descriptivas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87A43A13-D5E9-CB4C-833D-953CAC858ED9}"/>
              </a:ext>
            </a:extLst>
          </p:cNvPr>
          <p:cNvSpPr txBox="1"/>
          <p:nvPr/>
        </p:nvSpPr>
        <p:spPr>
          <a:xfrm>
            <a:off x="662969" y="1628800"/>
            <a:ext cx="7904321" cy="332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463868" algn="just">
              <a:lnSpc>
                <a:spcPts val="3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Al guardar la información en listas, puedes obtener diversas medidas descriptivas, tales como el valor más grande, el más pequeño, el promedio, la cantidad de registros, etc.</a:t>
            </a:r>
          </a:p>
          <a:p>
            <a:pPr marL="9525" marR="463868" algn="just">
              <a:lnSpc>
                <a:spcPts val="30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lista.max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lista.min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lista.mean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lista.count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3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7E91-934C-41B3-4A79-60C1D4AD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91934EC-7C4D-47AC-51DD-404BBBC7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506" y="4292338"/>
            <a:ext cx="3971494" cy="24716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3385210-47E4-3D48-828A-4C914EB04AA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E48C86-0B44-B8BA-AA6A-2EAEEAC07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052736"/>
            <a:ext cx="5688632" cy="356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65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CE52A-E744-1A04-7C2E-6F981BB4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11C2D60-3ECD-A376-24FC-22A8CE19026A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8CA777-6527-6104-938A-6C4020F5E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Extracción de subtablas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4048B53B-E1C7-D904-7EAB-35CD82F62BEF}"/>
              </a:ext>
            </a:extLst>
          </p:cNvPr>
          <p:cNvSpPr txBox="1"/>
          <p:nvPr/>
        </p:nvSpPr>
        <p:spPr>
          <a:xfrm>
            <a:off x="657035" y="1421050"/>
            <a:ext cx="7904321" cy="161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Para poder obtener una subtabla de la tabla principal, debes de agruparla por alguna columna, y después especificar el valor.</a:t>
            </a:r>
          </a:p>
          <a:p>
            <a:pPr>
              <a:lnSpc>
                <a:spcPct val="150000"/>
              </a:lnSpc>
            </a:pPr>
            <a:endParaRPr lang="es-MX" dirty="0"/>
          </a:p>
          <a:p>
            <a:pPr>
              <a:lnSpc>
                <a:spcPct val="150000"/>
              </a:lnSpc>
            </a:pPr>
            <a:r>
              <a:rPr lang="es-MX" dirty="0"/>
              <a:t>Para ello, utiliza el método 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groupby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('Columna').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get_group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('Valor')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98D8C9-0750-FC7F-BF0A-E4E45B4E7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49" y="3145032"/>
            <a:ext cx="4543502" cy="338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9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0E26-DC45-DC13-272E-758FE1E3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7369BFA-7C9D-A59F-C9D4-248840D1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3" y="836712"/>
            <a:ext cx="5785271" cy="51150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D1A646-CAF3-CB88-3313-81F894193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285" y="1124744"/>
            <a:ext cx="2783064" cy="45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6A03-4F89-2B4B-2067-5989982E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8979827-D96F-99B3-063B-6AC061129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¡A programar!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90092276-622F-ABDF-170E-05BB2F164FE8}"/>
              </a:ext>
            </a:extLst>
          </p:cNvPr>
          <p:cNvSpPr txBox="1">
            <a:spLocks/>
          </p:cNvSpPr>
          <p:nvPr/>
        </p:nvSpPr>
        <p:spPr>
          <a:xfrm>
            <a:off x="503548" y="1359000"/>
            <a:ext cx="8388932" cy="328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1800" dirty="0"/>
              <a:t>Realiza un programa en Python con las siguientes indicaciones: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800" dirty="0"/>
              <a:t>Carga la información del archivo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</a:rPr>
              <a:t>vendedores.xlsx </a:t>
            </a:r>
            <a:r>
              <a:rPr lang="es-MX" sz="1800" dirty="0"/>
              <a:t>en un </a:t>
            </a:r>
            <a:r>
              <a:rPr lang="es-MX" sz="1800" dirty="0" err="1"/>
              <a:t>Dataframe</a:t>
            </a:r>
            <a:r>
              <a:rPr lang="es-MX" sz="1800" dirty="0"/>
              <a:t> llamado </a:t>
            </a:r>
            <a:r>
              <a:rPr lang="es-MX" sz="1800" b="1" dirty="0"/>
              <a:t>reporte.</a:t>
            </a:r>
            <a:endParaRPr lang="es-MX" sz="1800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800" dirty="0"/>
              <a:t>Extrae una subtabla llamada </a:t>
            </a:r>
            <a:r>
              <a:rPr lang="es-MX" sz="1800" b="1" dirty="0" err="1"/>
              <a:t>reporteNorte</a:t>
            </a:r>
            <a:r>
              <a:rPr lang="es-MX" sz="1800" b="1" dirty="0"/>
              <a:t> </a:t>
            </a:r>
            <a:r>
              <a:rPr lang="es-MX" sz="1800" dirty="0"/>
              <a:t>con la información de la región </a:t>
            </a:r>
            <a:r>
              <a:rPr lang="es-MX" sz="1800" b="1" dirty="0"/>
              <a:t>Norte.</a:t>
            </a:r>
            <a:endParaRPr lang="es-MX" sz="1800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800" dirty="0"/>
              <a:t>Guarda la información de las </a:t>
            </a:r>
            <a:r>
              <a:rPr lang="es-MX" sz="1800" b="1" dirty="0"/>
              <a:t>Ventas Totales </a:t>
            </a:r>
            <a:r>
              <a:rPr lang="es-MX" sz="1800" dirty="0"/>
              <a:t>de la subtabla </a:t>
            </a:r>
            <a:r>
              <a:rPr lang="es-MX" sz="1800" b="1" dirty="0" err="1"/>
              <a:t>reporteNorte</a:t>
            </a:r>
            <a:r>
              <a:rPr lang="es-MX" sz="1800" dirty="0"/>
              <a:t> en una lista llamada </a:t>
            </a:r>
            <a:r>
              <a:rPr lang="es-MX" sz="1800" b="1" dirty="0" err="1"/>
              <a:t>ventasNorte</a:t>
            </a:r>
            <a:r>
              <a:rPr lang="es-MX" sz="1800" b="1" dirty="0"/>
              <a:t>.</a:t>
            </a:r>
            <a:endParaRPr lang="es-MX" sz="1800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800" dirty="0"/>
              <a:t>Muestra el promedio de las </a:t>
            </a:r>
            <a:r>
              <a:rPr lang="es-MX" sz="1800" b="1" dirty="0"/>
              <a:t>Ventas Totales </a:t>
            </a:r>
            <a:r>
              <a:rPr lang="es-MX" sz="1800" dirty="0"/>
              <a:t>de la región </a:t>
            </a:r>
            <a:r>
              <a:rPr lang="es-MX" sz="1800" b="1" dirty="0"/>
              <a:t>Norte</a:t>
            </a:r>
            <a:r>
              <a:rPr lang="es-MX" sz="1800" dirty="0"/>
              <a:t>.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800" dirty="0"/>
              <a:t>Guarda los nombres de los vendedores de la región Norte en una lista llamada </a:t>
            </a:r>
            <a:r>
              <a:rPr lang="es-MX" sz="1800" b="1" dirty="0" err="1"/>
              <a:t>vendedoresNorte</a:t>
            </a:r>
            <a:endParaRPr lang="es-MX" sz="18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874298-AAE9-4383-1DBD-11C62F192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449" y="4526892"/>
            <a:ext cx="253200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4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C37E-DD80-7F02-E3F4-08F4E09A7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68EAA438-27BC-3A1F-594C-43A213B51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¡A programar!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FFDF7FB9-6E83-DA5A-BDFA-59BEB3D285D5}"/>
              </a:ext>
            </a:extLst>
          </p:cNvPr>
          <p:cNvSpPr txBox="1">
            <a:spLocks/>
          </p:cNvSpPr>
          <p:nvPr/>
        </p:nvSpPr>
        <p:spPr>
          <a:xfrm>
            <a:off x="683568" y="1772816"/>
            <a:ext cx="7632848" cy="2034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6"/>
            </a:pPr>
            <a:r>
              <a:rPr lang="es-MX" sz="1800" dirty="0"/>
              <a:t>Guarda los salarios de los vendedores de la región Norte en una lista llamada </a:t>
            </a:r>
            <a:r>
              <a:rPr lang="es-MX" sz="1800" b="1" dirty="0" err="1"/>
              <a:t>salariosNorte</a:t>
            </a:r>
            <a:endParaRPr lang="es-MX" sz="18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6"/>
            </a:pPr>
            <a:r>
              <a:rPr lang="es-MX" sz="1800" dirty="0"/>
              <a:t>Mediante la librería </a:t>
            </a:r>
            <a:r>
              <a:rPr lang="es-MX" sz="1800" b="1" dirty="0" err="1"/>
              <a:t>matplotlib</a:t>
            </a:r>
            <a:r>
              <a:rPr lang="es-MX" sz="1800" dirty="0"/>
              <a:t> realiza una gráfica de barras de los nombres de los vendedores y sus salarios de la </a:t>
            </a:r>
            <a:r>
              <a:rPr lang="es-MX" sz="1800" b="1" dirty="0" err="1"/>
              <a:t>regiónNorte</a:t>
            </a:r>
            <a:r>
              <a:rPr lang="es-MX" sz="1800" dirty="0"/>
              <a:t>.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6"/>
            </a:pPr>
            <a:r>
              <a:rPr lang="es-MX" sz="1800" dirty="0"/>
              <a:t>Agrega un título y etiquetas a los ejes.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2A757D-4C3F-EBBF-BA93-8E9C504F3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4221088"/>
            <a:ext cx="253200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75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6181</TotalTime>
  <Words>379</Words>
  <Application>Microsoft Office PowerPoint</Application>
  <PresentationFormat>Presentación en pantalla (4:3)</PresentationFormat>
  <Paragraphs>47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Corbel</vt:lpstr>
      <vt:lpstr>Dom Casual</vt:lpstr>
      <vt:lpstr>Tema de Office</vt:lpstr>
      <vt:lpstr>TC 1037  Pensamiento algorítmico</vt:lpstr>
      <vt:lpstr>Librerías</vt:lpstr>
      <vt:lpstr>Preparativos</vt:lpstr>
      <vt:lpstr>Carga de un archivo de Excel</vt:lpstr>
      <vt:lpstr>Presentación de PowerPoint</vt:lpstr>
      <vt:lpstr>Extracción de información por columna</vt:lpstr>
      <vt:lpstr>Presentación de PowerPoint</vt:lpstr>
      <vt:lpstr>Medidas descriptivas</vt:lpstr>
      <vt:lpstr>Presentación de PowerPoint</vt:lpstr>
      <vt:lpstr>Extracción de subtablas</vt:lpstr>
      <vt:lpstr>Presentación de PowerPoint</vt:lpstr>
      <vt:lpstr>¡A programar!</vt:lpstr>
      <vt:lpstr>¡A programar!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104</cp:revision>
  <dcterms:created xsi:type="dcterms:W3CDTF">2013-07-08T17:54:54Z</dcterms:created>
  <dcterms:modified xsi:type="dcterms:W3CDTF">2026-08-16T21:54:58Z</dcterms:modified>
</cp:coreProperties>
</file>