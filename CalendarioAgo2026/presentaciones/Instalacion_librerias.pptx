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316" r:id="rId2"/>
    <p:sldId id="260" r:id="rId3"/>
  </p:sldIdLst>
  <p:sldSz cx="9144000" cy="6858000" type="screen4x3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6EB0A2-F00E-4069-94AC-FDF3328EAB9E}" v="3" dt="2026-08-19T18:58:05.49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52" autoAdjust="0"/>
    <p:restoredTop sz="78848" autoAdjust="0"/>
  </p:normalViewPr>
  <p:slideViewPr>
    <p:cSldViewPr>
      <p:cViewPr varScale="1">
        <p:scale>
          <a:sx n="98" d="100"/>
          <a:sy n="98" d="100"/>
        </p:scale>
        <p:origin x="2004" y="78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zethe Pérez Fuertes" userId="4ae9ef87-2a7d-42f8-8dfa-0a501a9e2ff4" providerId="ADAL" clId="{FDDD45CB-1330-4033-A842-3D2746AFF7C7}"/>
    <pc:docChg chg="custSel delSld modSld">
      <pc:chgData name="Lizethe Pérez Fuertes" userId="4ae9ef87-2a7d-42f8-8dfa-0a501a9e2ff4" providerId="ADAL" clId="{FDDD45CB-1330-4033-A842-3D2746AFF7C7}" dt="2026-08-19T20:46:16.311" v="96" actId="1076"/>
      <pc:docMkLst>
        <pc:docMk/>
      </pc:docMkLst>
      <pc:sldChg chg="del">
        <pc:chgData name="Lizethe Pérez Fuertes" userId="4ae9ef87-2a7d-42f8-8dfa-0a501a9e2ff4" providerId="ADAL" clId="{FDDD45CB-1330-4033-A842-3D2746AFF7C7}" dt="2026-08-19T18:57:16.668" v="25" actId="47"/>
        <pc:sldMkLst>
          <pc:docMk/>
          <pc:sldMk cId="724187916" sldId="259"/>
        </pc:sldMkLst>
      </pc:sldChg>
      <pc:sldChg chg="addSp delSp modSp mod">
        <pc:chgData name="Lizethe Pérez Fuertes" userId="4ae9ef87-2a7d-42f8-8dfa-0a501a9e2ff4" providerId="ADAL" clId="{FDDD45CB-1330-4033-A842-3D2746AFF7C7}" dt="2026-08-19T20:46:16.311" v="96" actId="1076"/>
        <pc:sldMkLst>
          <pc:docMk/>
          <pc:sldMk cId="2305011213" sldId="260"/>
        </pc:sldMkLst>
        <pc:spChg chg="add del mod">
          <ac:chgData name="Lizethe Pérez Fuertes" userId="4ae9ef87-2a7d-42f8-8dfa-0a501a9e2ff4" providerId="ADAL" clId="{FDDD45CB-1330-4033-A842-3D2746AFF7C7}" dt="2026-08-19T18:57:26.324" v="28" actId="478"/>
          <ac:spMkLst>
            <pc:docMk/>
            <pc:sldMk cId="2305011213" sldId="260"/>
            <ac:spMk id="4" creationId="{A42D5905-7F93-52EE-C9C3-D1DEC454F397}"/>
          </ac:spMkLst>
        </pc:spChg>
        <pc:spChg chg="del">
          <ac:chgData name="Lizethe Pérez Fuertes" userId="4ae9ef87-2a7d-42f8-8dfa-0a501a9e2ff4" providerId="ADAL" clId="{FDDD45CB-1330-4033-A842-3D2746AFF7C7}" dt="2026-08-19T18:57:22.098" v="26" actId="478"/>
          <ac:spMkLst>
            <pc:docMk/>
            <pc:sldMk cId="2305011213" sldId="260"/>
            <ac:spMk id="6" creationId="{B91EA874-1DF9-4179-8B68-7231B28C7262}"/>
          </ac:spMkLst>
        </pc:spChg>
        <pc:spChg chg="add del mod">
          <ac:chgData name="Lizethe Pérez Fuertes" userId="4ae9ef87-2a7d-42f8-8dfa-0a501a9e2ff4" providerId="ADAL" clId="{FDDD45CB-1330-4033-A842-3D2746AFF7C7}" dt="2026-08-19T18:57:28.610" v="29" actId="478"/>
          <ac:spMkLst>
            <pc:docMk/>
            <pc:sldMk cId="2305011213" sldId="260"/>
            <ac:spMk id="7" creationId="{3F78DCE9-58EC-163C-AE5E-78631EC2928A}"/>
          </ac:spMkLst>
        </pc:spChg>
        <pc:spChg chg="add del mod">
          <ac:chgData name="Lizethe Pérez Fuertes" userId="4ae9ef87-2a7d-42f8-8dfa-0a501a9e2ff4" providerId="ADAL" clId="{FDDD45CB-1330-4033-A842-3D2746AFF7C7}" dt="2026-08-19T18:58:13.769" v="36" actId="478"/>
          <ac:spMkLst>
            <pc:docMk/>
            <pc:sldMk cId="2305011213" sldId="260"/>
            <ac:spMk id="8" creationId="{6B9B86BC-53DC-3872-D6A0-722A1D72788E}"/>
          </ac:spMkLst>
        </pc:spChg>
        <pc:spChg chg="add mod">
          <ac:chgData name="Lizethe Pérez Fuertes" userId="4ae9ef87-2a7d-42f8-8dfa-0a501a9e2ff4" providerId="ADAL" clId="{FDDD45CB-1330-4033-A842-3D2746AFF7C7}" dt="2026-08-19T20:46:16.311" v="96" actId="1076"/>
          <ac:spMkLst>
            <pc:docMk/>
            <pc:sldMk cId="2305011213" sldId="260"/>
            <ac:spMk id="9" creationId="{60B2112B-09B9-231C-2498-35D59F79AE91}"/>
          </ac:spMkLst>
        </pc:spChg>
        <pc:spChg chg="add mod">
          <ac:chgData name="Lizethe Pérez Fuertes" userId="4ae9ef87-2a7d-42f8-8dfa-0a501a9e2ff4" providerId="ADAL" clId="{FDDD45CB-1330-4033-A842-3D2746AFF7C7}" dt="2026-08-19T20:40:00.337" v="91" actId="1076"/>
          <ac:spMkLst>
            <pc:docMk/>
            <pc:sldMk cId="2305011213" sldId="260"/>
            <ac:spMk id="13" creationId="{03DFFF3B-CFD3-80B6-555E-AB23B7E1BF5A}"/>
          </ac:spMkLst>
        </pc:spChg>
        <pc:spChg chg="add mod">
          <ac:chgData name="Lizethe Pérez Fuertes" userId="4ae9ef87-2a7d-42f8-8dfa-0a501a9e2ff4" providerId="ADAL" clId="{FDDD45CB-1330-4033-A842-3D2746AFF7C7}" dt="2026-08-19T20:40:12.100" v="92" actId="1076"/>
          <ac:spMkLst>
            <pc:docMk/>
            <pc:sldMk cId="2305011213" sldId="260"/>
            <ac:spMk id="15" creationId="{BBBD6A71-DB64-D026-62A1-BFD95F63DD98}"/>
          </ac:spMkLst>
        </pc:spChg>
        <pc:spChg chg="del">
          <ac:chgData name="Lizethe Pérez Fuertes" userId="4ae9ef87-2a7d-42f8-8dfa-0a501a9e2ff4" providerId="ADAL" clId="{FDDD45CB-1330-4033-A842-3D2746AFF7C7}" dt="2026-08-19T18:57:22.098" v="26" actId="478"/>
          <ac:spMkLst>
            <pc:docMk/>
            <pc:sldMk cId="2305011213" sldId="260"/>
            <ac:spMk id="54280" creationId="{00000000-0000-0000-0000-000000000000}"/>
          </ac:spMkLst>
        </pc:spChg>
        <pc:spChg chg="del">
          <ac:chgData name="Lizethe Pérez Fuertes" userId="4ae9ef87-2a7d-42f8-8dfa-0a501a9e2ff4" providerId="ADAL" clId="{FDDD45CB-1330-4033-A842-3D2746AFF7C7}" dt="2026-08-19T18:57:22.098" v="26" actId="478"/>
          <ac:spMkLst>
            <pc:docMk/>
            <pc:sldMk cId="2305011213" sldId="260"/>
            <ac:spMk id="54281" creationId="{00000000-0000-0000-0000-000000000000}"/>
          </ac:spMkLst>
        </pc:spChg>
        <pc:picChg chg="del">
          <ac:chgData name="Lizethe Pérez Fuertes" userId="4ae9ef87-2a7d-42f8-8dfa-0a501a9e2ff4" providerId="ADAL" clId="{FDDD45CB-1330-4033-A842-3D2746AFF7C7}" dt="2026-08-19T18:57:22.098" v="26" actId="478"/>
          <ac:picMkLst>
            <pc:docMk/>
            <pc:sldMk cId="2305011213" sldId="260"/>
            <ac:picMk id="2" creationId="{6B9CEE9B-3033-4541-A80E-F5385A14FE11}"/>
          </ac:picMkLst>
        </pc:picChg>
        <pc:picChg chg="add mod">
          <ac:chgData name="Lizethe Pérez Fuertes" userId="4ae9ef87-2a7d-42f8-8dfa-0a501a9e2ff4" providerId="ADAL" clId="{FDDD45CB-1330-4033-A842-3D2746AFF7C7}" dt="2026-08-19T20:40:00.337" v="91" actId="1076"/>
          <ac:picMkLst>
            <pc:docMk/>
            <pc:sldMk cId="2305011213" sldId="260"/>
            <ac:picMk id="11" creationId="{864F779B-86F0-C1EF-5DA2-9EA7153B3E0D}"/>
          </ac:picMkLst>
        </pc:picChg>
        <pc:picChg chg="add mod">
          <ac:chgData name="Lizethe Pérez Fuertes" userId="4ae9ef87-2a7d-42f8-8dfa-0a501a9e2ff4" providerId="ADAL" clId="{FDDD45CB-1330-4033-A842-3D2746AFF7C7}" dt="2026-08-19T20:40:12.100" v="92" actId="1076"/>
          <ac:picMkLst>
            <pc:docMk/>
            <pc:sldMk cId="2305011213" sldId="260"/>
            <ac:picMk id="17" creationId="{1F0342FA-69FF-76D6-E34F-B75028D50802}"/>
          </ac:picMkLst>
        </pc:picChg>
      </pc:sldChg>
      <pc:sldChg chg="del">
        <pc:chgData name="Lizethe Pérez Fuertes" userId="4ae9ef87-2a7d-42f8-8dfa-0a501a9e2ff4" providerId="ADAL" clId="{FDDD45CB-1330-4033-A842-3D2746AFF7C7}" dt="2026-08-19T19:02:16.917" v="74" actId="47"/>
        <pc:sldMkLst>
          <pc:docMk/>
          <pc:sldMk cId="792433705" sldId="264"/>
        </pc:sldMkLst>
      </pc:sldChg>
      <pc:sldChg chg="del">
        <pc:chgData name="Lizethe Pérez Fuertes" userId="4ae9ef87-2a7d-42f8-8dfa-0a501a9e2ff4" providerId="ADAL" clId="{FDDD45CB-1330-4033-A842-3D2746AFF7C7}" dt="2026-08-19T19:02:16.917" v="74" actId="47"/>
        <pc:sldMkLst>
          <pc:docMk/>
          <pc:sldMk cId="2951758095" sldId="273"/>
        </pc:sldMkLst>
      </pc:sldChg>
      <pc:sldChg chg="del">
        <pc:chgData name="Lizethe Pérez Fuertes" userId="4ae9ef87-2a7d-42f8-8dfa-0a501a9e2ff4" providerId="ADAL" clId="{FDDD45CB-1330-4033-A842-3D2746AFF7C7}" dt="2026-08-19T19:02:16.917" v="74" actId="47"/>
        <pc:sldMkLst>
          <pc:docMk/>
          <pc:sldMk cId="1824253018" sldId="274"/>
        </pc:sldMkLst>
      </pc:sldChg>
      <pc:sldChg chg="del">
        <pc:chgData name="Lizethe Pérez Fuertes" userId="4ae9ef87-2a7d-42f8-8dfa-0a501a9e2ff4" providerId="ADAL" clId="{FDDD45CB-1330-4033-A842-3D2746AFF7C7}" dt="2026-08-19T19:02:16.917" v="74" actId="47"/>
        <pc:sldMkLst>
          <pc:docMk/>
          <pc:sldMk cId="1674860407" sldId="277"/>
        </pc:sldMkLst>
      </pc:sldChg>
      <pc:sldChg chg="del">
        <pc:chgData name="Lizethe Pérez Fuertes" userId="4ae9ef87-2a7d-42f8-8dfa-0a501a9e2ff4" providerId="ADAL" clId="{FDDD45CB-1330-4033-A842-3D2746AFF7C7}" dt="2026-08-19T19:02:20.858" v="75" actId="47"/>
        <pc:sldMkLst>
          <pc:docMk/>
          <pc:sldMk cId="0" sldId="282"/>
        </pc:sldMkLst>
      </pc:sldChg>
      <pc:sldChg chg="del">
        <pc:chgData name="Lizethe Pérez Fuertes" userId="4ae9ef87-2a7d-42f8-8dfa-0a501a9e2ff4" providerId="ADAL" clId="{FDDD45CB-1330-4033-A842-3D2746AFF7C7}" dt="2026-08-19T19:02:16.917" v="74" actId="47"/>
        <pc:sldMkLst>
          <pc:docMk/>
          <pc:sldMk cId="85335015" sldId="287"/>
        </pc:sldMkLst>
      </pc:sldChg>
      <pc:sldChg chg="del">
        <pc:chgData name="Lizethe Pérez Fuertes" userId="4ae9ef87-2a7d-42f8-8dfa-0a501a9e2ff4" providerId="ADAL" clId="{FDDD45CB-1330-4033-A842-3D2746AFF7C7}" dt="2026-08-19T19:02:16.917" v="74" actId="47"/>
        <pc:sldMkLst>
          <pc:docMk/>
          <pc:sldMk cId="0" sldId="288"/>
        </pc:sldMkLst>
      </pc:sldChg>
      <pc:sldChg chg="del">
        <pc:chgData name="Lizethe Pérez Fuertes" userId="4ae9ef87-2a7d-42f8-8dfa-0a501a9e2ff4" providerId="ADAL" clId="{FDDD45CB-1330-4033-A842-3D2746AFF7C7}" dt="2026-08-19T19:02:16.917" v="74" actId="47"/>
        <pc:sldMkLst>
          <pc:docMk/>
          <pc:sldMk cId="2356142651" sldId="290"/>
        </pc:sldMkLst>
      </pc:sldChg>
      <pc:sldChg chg="del">
        <pc:chgData name="Lizethe Pérez Fuertes" userId="4ae9ef87-2a7d-42f8-8dfa-0a501a9e2ff4" providerId="ADAL" clId="{FDDD45CB-1330-4033-A842-3D2746AFF7C7}" dt="2026-08-19T19:02:16.917" v="74" actId="47"/>
        <pc:sldMkLst>
          <pc:docMk/>
          <pc:sldMk cId="3377708862" sldId="291"/>
        </pc:sldMkLst>
      </pc:sldChg>
      <pc:sldChg chg="del">
        <pc:chgData name="Lizethe Pérez Fuertes" userId="4ae9ef87-2a7d-42f8-8dfa-0a501a9e2ff4" providerId="ADAL" clId="{FDDD45CB-1330-4033-A842-3D2746AFF7C7}" dt="2026-08-19T19:02:16.917" v="74" actId="47"/>
        <pc:sldMkLst>
          <pc:docMk/>
          <pc:sldMk cId="3259576118" sldId="292"/>
        </pc:sldMkLst>
      </pc:sldChg>
      <pc:sldChg chg="del">
        <pc:chgData name="Lizethe Pérez Fuertes" userId="4ae9ef87-2a7d-42f8-8dfa-0a501a9e2ff4" providerId="ADAL" clId="{FDDD45CB-1330-4033-A842-3D2746AFF7C7}" dt="2026-08-19T19:02:16.917" v="74" actId="47"/>
        <pc:sldMkLst>
          <pc:docMk/>
          <pc:sldMk cId="2350356356" sldId="293"/>
        </pc:sldMkLst>
      </pc:sldChg>
      <pc:sldChg chg="del">
        <pc:chgData name="Lizethe Pérez Fuertes" userId="4ae9ef87-2a7d-42f8-8dfa-0a501a9e2ff4" providerId="ADAL" clId="{FDDD45CB-1330-4033-A842-3D2746AFF7C7}" dt="2026-08-19T19:02:16.917" v="74" actId="47"/>
        <pc:sldMkLst>
          <pc:docMk/>
          <pc:sldMk cId="1199498173" sldId="294"/>
        </pc:sldMkLst>
      </pc:sldChg>
      <pc:sldChg chg="del">
        <pc:chgData name="Lizethe Pérez Fuertes" userId="4ae9ef87-2a7d-42f8-8dfa-0a501a9e2ff4" providerId="ADAL" clId="{FDDD45CB-1330-4033-A842-3D2746AFF7C7}" dt="2026-08-19T19:02:16.917" v="74" actId="47"/>
        <pc:sldMkLst>
          <pc:docMk/>
          <pc:sldMk cId="4153945670" sldId="312"/>
        </pc:sldMkLst>
      </pc:sldChg>
      <pc:sldChg chg="del">
        <pc:chgData name="Lizethe Pérez Fuertes" userId="4ae9ef87-2a7d-42f8-8dfa-0a501a9e2ff4" providerId="ADAL" clId="{FDDD45CB-1330-4033-A842-3D2746AFF7C7}" dt="2026-08-19T19:02:16.917" v="74" actId="47"/>
        <pc:sldMkLst>
          <pc:docMk/>
          <pc:sldMk cId="3502141463" sldId="313"/>
        </pc:sldMkLst>
      </pc:sldChg>
      <pc:sldChg chg="del">
        <pc:chgData name="Lizethe Pérez Fuertes" userId="4ae9ef87-2a7d-42f8-8dfa-0a501a9e2ff4" providerId="ADAL" clId="{FDDD45CB-1330-4033-A842-3D2746AFF7C7}" dt="2026-08-19T19:02:16.917" v="74" actId="47"/>
        <pc:sldMkLst>
          <pc:docMk/>
          <pc:sldMk cId="4284285530" sldId="314"/>
        </pc:sldMkLst>
      </pc:sldChg>
      <pc:sldChg chg="del">
        <pc:chgData name="Lizethe Pérez Fuertes" userId="4ae9ef87-2a7d-42f8-8dfa-0a501a9e2ff4" providerId="ADAL" clId="{FDDD45CB-1330-4033-A842-3D2746AFF7C7}" dt="2026-08-19T19:02:16.917" v="74" actId="47"/>
        <pc:sldMkLst>
          <pc:docMk/>
          <pc:sldMk cId="1583437195" sldId="315"/>
        </pc:sldMkLst>
      </pc:sldChg>
      <pc:sldChg chg="modSp mod">
        <pc:chgData name="Lizethe Pérez Fuertes" userId="4ae9ef87-2a7d-42f8-8dfa-0a501a9e2ff4" providerId="ADAL" clId="{FDDD45CB-1330-4033-A842-3D2746AFF7C7}" dt="2026-08-19T18:56:54.647" v="24" actId="27636"/>
        <pc:sldMkLst>
          <pc:docMk/>
          <pc:sldMk cId="2833797989" sldId="316"/>
        </pc:sldMkLst>
        <pc:spChg chg="mod">
          <ac:chgData name="Lizethe Pérez Fuertes" userId="4ae9ef87-2a7d-42f8-8dfa-0a501a9e2ff4" providerId="ADAL" clId="{FDDD45CB-1330-4033-A842-3D2746AFF7C7}" dt="2026-08-19T18:56:54.647" v="24" actId="27636"/>
          <ac:spMkLst>
            <pc:docMk/>
            <pc:sldMk cId="2833797989" sldId="316"/>
            <ac:spMk id="3" creationId="{00000000-0000-0000-0000-000000000000}"/>
          </ac:spMkLst>
        </pc:spChg>
      </pc:sldChg>
      <pc:sldChg chg="del">
        <pc:chgData name="Lizethe Pérez Fuertes" userId="4ae9ef87-2a7d-42f8-8dfa-0a501a9e2ff4" providerId="ADAL" clId="{FDDD45CB-1330-4033-A842-3D2746AFF7C7}" dt="2026-08-19T19:02:16.917" v="74" actId="47"/>
        <pc:sldMkLst>
          <pc:docMk/>
          <pc:sldMk cId="3647166121" sldId="318"/>
        </pc:sldMkLst>
      </pc:sldChg>
      <pc:sldMasterChg chg="delSldLayout">
        <pc:chgData name="Lizethe Pérez Fuertes" userId="4ae9ef87-2a7d-42f8-8dfa-0a501a9e2ff4" providerId="ADAL" clId="{FDDD45CB-1330-4033-A842-3D2746AFF7C7}" dt="2026-08-19T19:02:20.858" v="75" actId="47"/>
        <pc:sldMasterMkLst>
          <pc:docMk/>
          <pc:sldMasterMk cId="20176934" sldId="2147483648"/>
        </pc:sldMasterMkLst>
        <pc:sldLayoutChg chg="del">
          <pc:chgData name="Lizethe Pérez Fuertes" userId="4ae9ef87-2a7d-42f8-8dfa-0a501a9e2ff4" providerId="ADAL" clId="{FDDD45CB-1330-4033-A842-3D2746AFF7C7}" dt="2026-08-19T19:02:20.858" v="75" actId="47"/>
          <pc:sldLayoutMkLst>
            <pc:docMk/>
            <pc:sldMasterMk cId="20176934" sldId="2147483648"/>
            <pc:sldLayoutMk cId="4244696683" sldId="2147483660"/>
          </pc:sldLayoutMkLst>
        </pc:sldLayoutChg>
        <pc:sldLayoutChg chg="del">
          <pc:chgData name="Lizethe Pérez Fuertes" userId="4ae9ef87-2a7d-42f8-8dfa-0a501a9e2ff4" providerId="ADAL" clId="{FDDD45CB-1330-4033-A842-3D2746AFF7C7}" dt="2026-08-19T19:02:16.917" v="74" actId="47"/>
          <pc:sldLayoutMkLst>
            <pc:docMk/>
            <pc:sldMasterMk cId="20176934" sldId="2147483648"/>
            <pc:sldLayoutMk cId="2574586816" sldId="2147483661"/>
          </pc:sldLayoutMkLst>
        </pc:sldLayoutChg>
        <pc:sldLayoutChg chg="del">
          <pc:chgData name="Lizethe Pérez Fuertes" userId="4ae9ef87-2a7d-42f8-8dfa-0a501a9e2ff4" providerId="ADAL" clId="{FDDD45CB-1330-4033-A842-3D2746AFF7C7}" dt="2026-08-19T19:02:16.917" v="74" actId="47"/>
          <pc:sldLayoutMkLst>
            <pc:docMk/>
            <pc:sldMasterMk cId="20176934" sldId="2147483648"/>
            <pc:sldLayoutMk cId="3629917305" sldId="2147483662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445F07-8756-451B-A938-0248325FC7BB}" type="datetimeFigureOut">
              <a:rPr lang="es-MX" smtClean="0"/>
              <a:t>19/08/2026</a:t>
            </a:fld>
            <a:endParaRPr lang="es-MX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93AEC0-242E-4FA7-9D3C-51E1036AC3CB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8170667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93AEC0-242E-4FA7-9D3C-51E1036AC3CB}" type="slidenum">
              <a:rPr lang="es-MX" smtClean="0"/>
              <a:t>2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8250588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19/08/2026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2313673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19/08/2026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733793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19/08/2026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3127862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19/08/2026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472760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19/08/2026</a:t>
            </a:fld>
            <a:endParaRPr lang="es-MX" dirty="0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579156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19/08/2026</a:t>
            </a:fld>
            <a:endParaRPr lang="es-MX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179741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19/08/2026</a:t>
            </a:fld>
            <a:endParaRPr lang="es-MX" dirty="0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9251508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19/08/2026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244704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19/08/2026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95927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19/08/2026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3328958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19/08/2026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8788415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75A0DC-66C6-4CEC-A5EB-F8C97CEC3796}" type="datetimeFigureOut">
              <a:rPr lang="es-MX" smtClean="0"/>
              <a:t>19/08/2026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0176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45840" y="620688"/>
            <a:ext cx="7342584" cy="1470025"/>
          </a:xfrm>
        </p:spPr>
        <p:txBody>
          <a:bodyPr rtlCol="0">
            <a:normAutofit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es-MX" sz="3200" dirty="0">
                <a:solidFill>
                  <a:schemeClr val="bg2">
                    <a:lumMod val="50000"/>
                  </a:schemeClr>
                </a:solidFill>
              </a:rPr>
              <a:t>TC 1037 </a:t>
            </a:r>
            <a:br>
              <a:rPr lang="es-MX" sz="3200" dirty="0">
                <a:solidFill>
                  <a:schemeClr val="bg2">
                    <a:lumMod val="50000"/>
                  </a:schemeClr>
                </a:solidFill>
              </a:rPr>
            </a:br>
            <a:r>
              <a:rPr lang="es-MX" sz="3200" dirty="0">
                <a:solidFill>
                  <a:schemeClr val="bg2">
                    <a:lumMod val="50000"/>
                  </a:schemeClr>
                </a:solidFill>
              </a:rPr>
              <a:t>Pensamiento algorítmico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15334" y="2348880"/>
            <a:ext cx="7342584" cy="1368152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</a:rPr>
              <a:t>Instalación de librerías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s-MX" sz="2000" dirty="0">
                <a:solidFill>
                  <a:schemeClr val="accent4">
                    <a:lumMod val="50000"/>
                  </a:schemeClr>
                </a:solidFill>
              </a:rPr>
              <a:t>Tecnológico de Monterrey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808" y="3320769"/>
            <a:ext cx="3960700" cy="2739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337979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uadroTexto 8">
            <a:extLst>
              <a:ext uri="{FF2B5EF4-FFF2-40B4-BE49-F238E27FC236}">
                <a16:creationId xmlns:a16="http://schemas.microsoft.com/office/drawing/2014/main" id="{60B2112B-09B9-231C-2498-35D59F79AE91}"/>
              </a:ext>
            </a:extLst>
          </p:cNvPr>
          <p:cNvSpPr txBox="1"/>
          <p:nvPr/>
        </p:nvSpPr>
        <p:spPr>
          <a:xfrm>
            <a:off x="539552" y="314690"/>
            <a:ext cx="8064896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2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Instalar las</a:t>
            </a:r>
            <a:r>
              <a:rPr lang="es-MX" sz="3200" b="1" spc="-25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32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MX" sz="3200" b="1" spc="-1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s-MX" sz="32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s-MX" sz="3200" b="1" spc="-85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s-MX" sz="3200" b="1" spc="-5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erías: </a:t>
            </a:r>
            <a:r>
              <a:rPr lang="es-MX" sz="3200" b="1" spc="-4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s-MX" sz="3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um</a:t>
            </a:r>
            <a:r>
              <a:rPr lang="es-MX" sz="3200" b="1" spc="-45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s-MX" sz="3200" b="1" spc="-24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s-MX" sz="3200" b="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MX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pandas</a:t>
            </a:r>
            <a:r>
              <a:rPr lang="es-MX" sz="3200" b="1" spc="-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32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s-MX" sz="3200" b="1" spc="1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3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s-MX" sz="3200" b="1" spc="-85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s-MX" sz="3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tplotli</a:t>
            </a:r>
            <a:r>
              <a:rPr lang="es-MX" sz="3200" b="1" spc="-204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endParaRPr lang="es-MX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MX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864F779B-86F0-C1EF-5DA2-9EA7153B3E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28" y="2277490"/>
            <a:ext cx="4552582" cy="2215992"/>
          </a:xfrm>
          <a:prstGeom prst="rect">
            <a:avLst/>
          </a:prstGeom>
        </p:spPr>
      </p:pic>
      <p:sp>
        <p:nvSpPr>
          <p:cNvPr id="13" name="object 4">
            <a:extLst>
              <a:ext uri="{FF2B5EF4-FFF2-40B4-BE49-F238E27FC236}">
                <a16:creationId xmlns:a16="http://schemas.microsoft.com/office/drawing/2014/main" id="{03DFFF3B-CFD3-80B6-555E-AB23B7E1BF5A}"/>
              </a:ext>
            </a:extLst>
          </p:cNvPr>
          <p:cNvSpPr txBox="1"/>
          <p:nvPr/>
        </p:nvSpPr>
        <p:spPr>
          <a:xfrm>
            <a:off x="324111" y="1738594"/>
            <a:ext cx="3683468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sz="1600" spc="-1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b="1" spc="-160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sz="1600" b="1" spc="-5" dirty="0">
                <a:latin typeface="Arial" panose="020B0604020202020204" pitchFamily="34" charset="0"/>
                <a:cs typeface="Arial" panose="020B0604020202020204" pitchFamily="34" charset="0"/>
              </a:rPr>
              <a:t>ool</a:t>
            </a:r>
            <a:r>
              <a:rPr sz="1600" b="1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sz="1600" b="1" spc="-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b="1" spc="-75" dirty="0"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  <a:r>
              <a:rPr sz="1600" b="1" spc="-1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b="1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sz="1600" b="1" spc="-1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1600" b="1" spc="-5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sz="1600" b="1" spc="-1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1600" b="1" dirty="0">
                <a:latin typeface="Arial" panose="020B0604020202020204" pitchFamily="34" charset="0"/>
                <a:cs typeface="Arial" panose="020B0604020202020204" pitchFamily="34" charset="0"/>
              </a:rPr>
              <a:t>ge pack</a:t>
            </a:r>
            <a:r>
              <a:rPr sz="1600" b="1" spc="-1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1600" b="1" dirty="0">
                <a:latin typeface="Arial" panose="020B0604020202020204" pitchFamily="34" charset="0"/>
                <a:cs typeface="Arial" panose="020B0604020202020204" pitchFamily="34" charset="0"/>
              </a:rPr>
              <a:t>ges</a:t>
            </a:r>
          </a:p>
        </p:txBody>
      </p:sp>
      <p:sp>
        <p:nvSpPr>
          <p:cNvPr id="15" name="object 2">
            <a:extLst>
              <a:ext uri="{FF2B5EF4-FFF2-40B4-BE49-F238E27FC236}">
                <a16:creationId xmlns:a16="http://schemas.microsoft.com/office/drawing/2014/main" id="{BBBD6A71-DB64-D026-62A1-BFD95F63DD98}"/>
              </a:ext>
            </a:extLst>
          </p:cNvPr>
          <p:cNvSpPr txBox="1"/>
          <p:nvPr/>
        </p:nvSpPr>
        <p:spPr>
          <a:xfrm>
            <a:off x="5136423" y="1718306"/>
            <a:ext cx="3563987" cy="18010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50000"/>
              </a:lnSpc>
            </a:pP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Escri</a:t>
            </a:r>
            <a:r>
              <a:rPr sz="1600" spc="5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imos   </a:t>
            </a:r>
            <a:r>
              <a:rPr sz="1600" spc="-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10" dirty="0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sz="1600" spc="-2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20" dirty="0">
                <a:latin typeface="Arial" panose="020B0604020202020204" pitchFamily="34" charset="0"/>
                <a:cs typeface="Arial" panose="020B0604020202020204" pitchFamily="34" charset="0"/>
              </a:rPr>
              <a:t>nombr</a:t>
            </a:r>
            <a:r>
              <a:rPr sz="1600" spc="-15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sz="1600" spc="-2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20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sz="1600" spc="-15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sz="1600" spc="-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15" dirty="0"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sz="1600" spc="-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sz="1600" spc="-1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sz="1600" spc="-25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sz="1600" spc="-10" dirty="0">
                <a:latin typeface="Arial" panose="020B0604020202020204" pitchFamily="34" charset="0"/>
                <a:cs typeface="Arial" panose="020B0604020202020204" pitchFamily="34" charset="0"/>
              </a:rPr>
              <a:t>rería,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1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sz="1600" spc="5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ic </a:t>
            </a:r>
            <a:r>
              <a:rPr sz="1600" spc="1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10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1600" spc="-15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1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b="1" spc="-5" dirty="0">
                <a:latin typeface="Arial" panose="020B0604020202020204" pitchFamily="34" charset="0"/>
                <a:cs typeface="Arial" panose="020B0604020202020204" pitchFamily="34" charset="0"/>
              </a:rPr>
              <a:t>Fi</a:t>
            </a:r>
            <a:r>
              <a:rPr sz="1600" b="1" spc="-10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sz="1600" b="1" spc="-15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sz="1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b="1" spc="1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b="1" spc="5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sz="1600" b="1" spc="-15" dirty="0">
                <a:latin typeface="Arial" panose="020B0604020202020204" pitchFamily="34" charset="0"/>
                <a:cs typeface="Arial" panose="020B0604020202020204" pitchFamily="34" charset="0"/>
              </a:rPr>
              <a:t>ackages</a:t>
            </a:r>
            <a:r>
              <a:rPr sz="1600" b="1" spc="-5" dirty="0">
                <a:latin typeface="Arial" panose="020B0604020202020204" pitchFamily="34" charset="0"/>
                <a:cs typeface="Arial" panose="020B0604020202020204" pitchFamily="34" charset="0"/>
              </a:rPr>
              <a:t> Fr</a:t>
            </a:r>
            <a:r>
              <a:rPr sz="1600" b="1" spc="5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sz="1600" b="1" spc="-20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sz="1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b="1" spc="-19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b="1" spc="-5" dirty="0">
                <a:latin typeface="Arial" panose="020B0604020202020204" pitchFamily="34" charset="0"/>
                <a:cs typeface="Arial" panose="020B0604020202020204" pitchFamily="34" charset="0"/>
              </a:rPr>
              <a:t>PyP</a:t>
            </a:r>
            <a:r>
              <a:rPr sz="1600" b="1" dirty="0">
                <a:latin typeface="Arial" panose="020B0604020202020204" pitchFamily="34" charset="0"/>
                <a:cs typeface="Arial" panose="020B0604020202020204" pitchFamily="34" charset="0"/>
              </a:rPr>
              <a:t>I </a:t>
            </a:r>
            <a:r>
              <a:rPr sz="1600" b="1" spc="-18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y </a:t>
            </a:r>
            <a:r>
              <a:rPr sz="1600" spc="-18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cli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c </a:t>
            </a:r>
            <a:r>
              <a:rPr sz="1600" spc="-18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10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1600" spc="-15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19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sz="1600" spc="10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sz="1600" spc="-15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sz="1600" spc="-10" dirty="0">
                <a:latin typeface="Arial" panose="020B0604020202020204" pitchFamily="34" charset="0"/>
                <a:cs typeface="Arial" panose="020B0604020202020204" pitchFamily="34" charset="0"/>
              </a:rPr>
              <a:t>ala</a:t>
            </a:r>
            <a:r>
              <a:rPr sz="1600" spc="-145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sz="1600" spc="-18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Es </a:t>
            </a:r>
            <a:r>
              <a:rPr sz="1600" spc="-20" dirty="0">
                <a:latin typeface="Arial" panose="020B0604020202020204" pitchFamily="34" charset="0"/>
                <a:cs typeface="Arial" panose="020B0604020202020204" pitchFamily="34" charset="0"/>
              </a:rPr>
              <a:t>nec</a:t>
            </a:r>
            <a:r>
              <a:rPr sz="1600" spc="-10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sari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sz="1600" spc="18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hacerl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sz="1600" spc="19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1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sz="1600" spc="17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1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sz="1600" spc="-15" dirty="0">
                <a:latin typeface="Arial" panose="020B0604020202020204" pitchFamily="34" charset="0"/>
                <a:cs typeface="Arial" panose="020B0604020202020204" pitchFamily="34" charset="0"/>
              </a:rPr>
              <a:t>ada</a:t>
            </a:r>
            <a:r>
              <a:rPr sz="1600" spc="17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15" dirty="0">
                <a:latin typeface="Arial" panose="020B0604020202020204" pitchFamily="34" charset="0"/>
                <a:cs typeface="Arial" panose="020B0604020202020204" pitchFamily="34" charset="0"/>
              </a:rPr>
              <a:t>una</a:t>
            </a: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20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sz="1600" spc="-15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1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10" dirty="0">
                <a:latin typeface="Arial" panose="020B0604020202020204" pitchFamily="34" charset="0"/>
                <a:cs typeface="Arial" panose="020B0604020202020204" pitchFamily="34" charset="0"/>
              </a:rPr>
              <a:t>las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10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sz="1600" spc="-1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sz="1600" spc="-25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sz="1600" spc="-10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1600" spc="-10" dirty="0">
                <a:latin typeface="Arial" panose="020B0604020202020204" pitchFamily="34" charset="0"/>
                <a:cs typeface="Arial" panose="020B0604020202020204" pitchFamily="34" charset="0"/>
              </a:rPr>
              <a:t>rías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1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15" dirty="0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11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15" dirty="0">
                <a:latin typeface="Arial" panose="020B0604020202020204" pitchFamily="34" charset="0"/>
                <a:cs typeface="Arial" panose="020B0604020202020204" pitchFamily="34" charset="0"/>
              </a:rPr>
              <a:t>se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15" dirty="0">
                <a:latin typeface="Arial" panose="020B0604020202020204" pitchFamily="34" charset="0"/>
                <a:cs typeface="Arial" panose="020B0604020202020204" pitchFamily="34" charset="0"/>
              </a:rPr>
              <a:t>des</a:t>
            </a:r>
            <a:r>
              <a:rPr sz="1600" spc="-10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1600" spc="-15" dirty="0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sz="1600" spc="-15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sta</a:t>
            </a:r>
            <a:r>
              <a:rPr sz="1600" spc="-10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sz="1600" spc="-15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1600" spc="-145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1F0342FA-69FF-76D6-E34F-B75028D508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6423" y="3658685"/>
            <a:ext cx="3809145" cy="2585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501121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378</TotalTime>
  <Words>58</Words>
  <Application>Microsoft Office PowerPoint</Application>
  <PresentationFormat>Presentación en pantalla (4:3)</PresentationFormat>
  <Paragraphs>7</Paragraphs>
  <Slides>2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5" baseType="lpstr">
      <vt:lpstr>Arial</vt:lpstr>
      <vt:lpstr>Calibri</vt:lpstr>
      <vt:lpstr>Tema de Office</vt:lpstr>
      <vt:lpstr>TC 1037  Pensamiento algorítmico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TC 1028 Pensamiento computacional para ingeniería</dc:title>
  <dc:creator>Lizethe Pérez Fuertes</dc:creator>
  <cp:lastModifiedBy>Lizethe Pérez Fuertes</cp:lastModifiedBy>
  <cp:revision>5</cp:revision>
  <dcterms:created xsi:type="dcterms:W3CDTF">2021-02-08T22:03:18Z</dcterms:created>
  <dcterms:modified xsi:type="dcterms:W3CDTF">2026-08-19T20:46:17Z</dcterms:modified>
</cp:coreProperties>
</file>