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9" r:id="rId2"/>
    <p:sldId id="359" r:id="rId3"/>
    <p:sldId id="378" r:id="rId4"/>
    <p:sldId id="360" r:id="rId5"/>
    <p:sldId id="361" r:id="rId6"/>
    <p:sldId id="377" r:id="rId7"/>
    <p:sldId id="364" r:id="rId8"/>
    <p:sldId id="332" r:id="rId9"/>
    <p:sldId id="367" r:id="rId10"/>
    <p:sldId id="302" r:id="rId11"/>
    <p:sldId id="370" r:id="rId12"/>
    <p:sldId id="373" r:id="rId13"/>
    <p:sldId id="374" r:id="rId14"/>
    <p:sldId id="375" r:id="rId15"/>
    <p:sldId id="376" r:id="rId1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D60093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0A510A-3F6A-4B3D-B4CC-3C39B8976ED7}" v="12" dt="2026-08-24T23:14:03.9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62" autoAdjust="0"/>
    <p:restoredTop sz="93923" autoAdjust="0"/>
  </p:normalViewPr>
  <p:slideViewPr>
    <p:cSldViewPr>
      <p:cViewPr varScale="1">
        <p:scale>
          <a:sx n="113" d="100"/>
          <a:sy n="113" d="100"/>
        </p:scale>
        <p:origin x="108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custSel addSld delSld modSld">
      <pc:chgData name="Lizethe Pérez Fuertes" userId="4ae9ef87-2a7d-42f8-8dfa-0a501a9e2ff4" providerId="ADAL" clId="{FDDD45CB-1330-4033-A842-3D2746AFF7C7}" dt="2026-08-24T23:20:18.243" v="687" actId="113"/>
      <pc:docMkLst>
        <pc:docMk/>
      </pc:docMkLst>
      <pc:sldChg chg="modSp mod">
        <pc:chgData name="Lizethe Pérez Fuertes" userId="4ae9ef87-2a7d-42f8-8dfa-0a501a9e2ff4" providerId="ADAL" clId="{FDDD45CB-1330-4033-A842-3D2746AFF7C7}" dt="2026-08-24T22:13:49.342" v="56" actId="6549"/>
        <pc:sldMkLst>
          <pc:docMk/>
          <pc:sldMk cId="2553855534" sldId="289"/>
        </pc:sldMkLst>
        <pc:spChg chg="mod">
          <ac:chgData name="Lizethe Pérez Fuertes" userId="4ae9ef87-2a7d-42f8-8dfa-0a501a9e2ff4" providerId="ADAL" clId="{FDDD45CB-1330-4033-A842-3D2746AFF7C7}" dt="2026-08-24T22:13:49.342" v="56" actId="6549"/>
          <ac:spMkLst>
            <pc:docMk/>
            <pc:sldMk cId="2553855534" sldId="289"/>
            <ac:spMk id="2" creationId="{00000000-0000-0000-0000-000000000000}"/>
          </ac:spMkLst>
        </pc:spChg>
      </pc:sldChg>
      <pc:sldChg chg="modSp mod">
        <pc:chgData name="Lizethe Pérez Fuertes" userId="4ae9ef87-2a7d-42f8-8dfa-0a501a9e2ff4" providerId="ADAL" clId="{FDDD45CB-1330-4033-A842-3D2746AFF7C7}" dt="2026-08-24T23:16:18.031" v="659" actId="113"/>
        <pc:sldMkLst>
          <pc:docMk/>
          <pc:sldMk cId="3785121578" sldId="302"/>
        </pc:sldMkLst>
        <pc:spChg chg="mod">
          <ac:chgData name="Lizethe Pérez Fuertes" userId="4ae9ef87-2a7d-42f8-8dfa-0a501a9e2ff4" providerId="ADAL" clId="{FDDD45CB-1330-4033-A842-3D2746AFF7C7}" dt="2026-08-24T23:16:18.031" v="659" actId="113"/>
          <ac:spMkLst>
            <pc:docMk/>
            <pc:sldMk cId="3785121578" sldId="302"/>
            <ac:spMk id="184324" creationId="{00000000-0000-0000-0000-000000000000}"/>
          </ac:spMkLst>
        </pc:spChg>
      </pc:sldChg>
      <pc:sldChg chg="modSp mod">
        <pc:chgData name="Lizethe Pérez Fuertes" userId="4ae9ef87-2a7d-42f8-8dfa-0a501a9e2ff4" providerId="ADAL" clId="{FDDD45CB-1330-4033-A842-3D2746AFF7C7}" dt="2026-08-24T23:10:56.241" v="499" actId="14100"/>
        <pc:sldMkLst>
          <pc:docMk/>
          <pc:sldMk cId="3299616051" sldId="332"/>
        </pc:sldMkLst>
        <pc:spChg chg="mod">
          <ac:chgData name="Lizethe Pérez Fuertes" userId="4ae9ef87-2a7d-42f8-8dfa-0a501a9e2ff4" providerId="ADAL" clId="{FDDD45CB-1330-4033-A842-3D2746AFF7C7}" dt="2026-08-24T23:10:56.241" v="499" actId="14100"/>
          <ac:spMkLst>
            <pc:docMk/>
            <pc:sldMk cId="3299616051" sldId="332"/>
            <ac:spMk id="4098" creationId="{00000000-0000-0000-0000-000000000000}"/>
          </ac:spMkLst>
        </pc:spChg>
        <pc:spChg chg="mod">
          <ac:chgData name="Lizethe Pérez Fuertes" userId="4ae9ef87-2a7d-42f8-8dfa-0a501a9e2ff4" providerId="ADAL" clId="{FDDD45CB-1330-4033-A842-3D2746AFF7C7}" dt="2026-08-24T23:01:22.021" v="328" actId="1076"/>
          <ac:spMkLst>
            <pc:docMk/>
            <pc:sldMk cId="3299616051" sldId="332"/>
            <ac:spMk id="184324" creationId="{00000000-0000-0000-0000-000000000000}"/>
          </ac:spMkLst>
        </pc:spChg>
        <pc:picChg chg="mod ord">
          <ac:chgData name="Lizethe Pérez Fuertes" userId="4ae9ef87-2a7d-42f8-8dfa-0a501a9e2ff4" providerId="ADAL" clId="{FDDD45CB-1330-4033-A842-3D2746AFF7C7}" dt="2026-08-24T23:10:38.801" v="495" actId="1076"/>
          <ac:picMkLst>
            <pc:docMk/>
            <pc:sldMk cId="3299616051" sldId="332"/>
            <ac:picMk id="3" creationId="{B7A2194D-FDB4-4270-A0B6-97ED9690BFC4}"/>
          </ac:picMkLst>
        </pc:picChg>
      </pc:sldChg>
      <pc:sldChg chg="modSp mod">
        <pc:chgData name="Lizethe Pérez Fuertes" userId="4ae9ef87-2a7d-42f8-8dfa-0a501a9e2ff4" providerId="ADAL" clId="{FDDD45CB-1330-4033-A842-3D2746AFF7C7}" dt="2026-08-24T22:15:56.372" v="67" actId="113"/>
        <pc:sldMkLst>
          <pc:docMk/>
          <pc:sldMk cId="1316496051" sldId="359"/>
        </pc:sldMkLst>
        <pc:spChg chg="mod">
          <ac:chgData name="Lizethe Pérez Fuertes" userId="4ae9ef87-2a7d-42f8-8dfa-0a501a9e2ff4" providerId="ADAL" clId="{FDDD45CB-1330-4033-A842-3D2746AFF7C7}" dt="2026-08-24T22:15:20.873" v="66" actId="948"/>
          <ac:spMkLst>
            <pc:docMk/>
            <pc:sldMk cId="1316496051" sldId="359"/>
            <ac:spMk id="4098" creationId="{00000000-0000-0000-0000-000000000000}"/>
          </ac:spMkLst>
        </pc:spChg>
        <pc:spChg chg="mod">
          <ac:chgData name="Lizethe Pérez Fuertes" userId="4ae9ef87-2a7d-42f8-8dfa-0a501a9e2ff4" providerId="ADAL" clId="{FDDD45CB-1330-4033-A842-3D2746AFF7C7}" dt="2026-08-24T22:15:56.372" v="67" actId="113"/>
          <ac:spMkLst>
            <pc:docMk/>
            <pc:sldMk cId="1316496051" sldId="359"/>
            <ac:spMk id="184324" creationId="{00000000-0000-0000-0000-000000000000}"/>
          </ac:spMkLst>
        </pc:spChg>
      </pc:sldChg>
      <pc:sldChg chg="modSp mod">
        <pc:chgData name="Lizethe Pérez Fuertes" userId="4ae9ef87-2a7d-42f8-8dfa-0a501a9e2ff4" providerId="ADAL" clId="{FDDD45CB-1330-4033-A842-3D2746AFF7C7}" dt="2026-08-24T22:36:49.086" v="88" actId="113"/>
        <pc:sldMkLst>
          <pc:docMk/>
          <pc:sldMk cId="3550217860" sldId="360"/>
        </pc:sldMkLst>
        <pc:spChg chg="mod">
          <ac:chgData name="Lizethe Pérez Fuertes" userId="4ae9ef87-2a7d-42f8-8dfa-0a501a9e2ff4" providerId="ADAL" clId="{FDDD45CB-1330-4033-A842-3D2746AFF7C7}" dt="2026-08-24T22:36:49.086" v="88" actId="113"/>
          <ac:spMkLst>
            <pc:docMk/>
            <pc:sldMk cId="3550217860" sldId="360"/>
            <ac:spMk id="4098" creationId="{00000000-0000-0000-0000-000000000000}"/>
          </ac:spMkLst>
        </pc:spChg>
        <pc:spChg chg="mod">
          <ac:chgData name="Lizethe Pérez Fuertes" userId="4ae9ef87-2a7d-42f8-8dfa-0a501a9e2ff4" providerId="ADAL" clId="{FDDD45CB-1330-4033-A842-3D2746AFF7C7}" dt="2026-08-24T22:16:08.364" v="68" actId="113"/>
          <ac:spMkLst>
            <pc:docMk/>
            <pc:sldMk cId="3550217860" sldId="360"/>
            <ac:spMk id="184324" creationId="{00000000-0000-0000-0000-000000000000}"/>
          </ac:spMkLst>
        </pc:spChg>
      </pc:sldChg>
      <pc:sldChg chg="addSp modSp mod">
        <pc:chgData name="Lizethe Pérez Fuertes" userId="4ae9ef87-2a7d-42f8-8dfa-0a501a9e2ff4" providerId="ADAL" clId="{FDDD45CB-1330-4033-A842-3D2746AFF7C7}" dt="2026-08-24T22:47:33.533" v="222" actId="1076"/>
        <pc:sldMkLst>
          <pc:docMk/>
          <pc:sldMk cId="2680330102" sldId="361"/>
        </pc:sldMkLst>
        <pc:spChg chg="mod">
          <ac:chgData name="Lizethe Pérez Fuertes" userId="4ae9ef87-2a7d-42f8-8dfa-0a501a9e2ff4" providerId="ADAL" clId="{FDDD45CB-1330-4033-A842-3D2746AFF7C7}" dt="2026-08-24T22:47:21.771" v="218" actId="14100"/>
          <ac:spMkLst>
            <pc:docMk/>
            <pc:sldMk cId="2680330102" sldId="361"/>
            <ac:spMk id="4098" creationId="{00000000-0000-0000-0000-000000000000}"/>
          </ac:spMkLst>
        </pc:spChg>
        <pc:spChg chg="mod">
          <ac:chgData name="Lizethe Pérez Fuertes" userId="4ae9ef87-2a7d-42f8-8dfa-0a501a9e2ff4" providerId="ADAL" clId="{FDDD45CB-1330-4033-A842-3D2746AFF7C7}" dt="2026-08-24T22:31:21.899" v="70" actId="113"/>
          <ac:spMkLst>
            <pc:docMk/>
            <pc:sldMk cId="2680330102" sldId="361"/>
            <ac:spMk id="184324" creationId="{00000000-0000-0000-0000-000000000000}"/>
          </ac:spMkLst>
        </pc:spChg>
        <pc:picChg chg="add mod ord">
          <ac:chgData name="Lizethe Pérez Fuertes" userId="4ae9ef87-2a7d-42f8-8dfa-0a501a9e2ff4" providerId="ADAL" clId="{FDDD45CB-1330-4033-A842-3D2746AFF7C7}" dt="2026-08-24T22:47:33.533" v="222" actId="1076"/>
          <ac:picMkLst>
            <pc:docMk/>
            <pc:sldMk cId="2680330102" sldId="361"/>
            <ac:picMk id="3" creationId="{DEEDC082-4811-8F4F-7D5C-C7E129D3E487}"/>
          </ac:picMkLst>
        </pc:picChg>
      </pc:sldChg>
      <pc:sldChg chg="del">
        <pc:chgData name="Lizethe Pérez Fuertes" userId="4ae9ef87-2a7d-42f8-8dfa-0a501a9e2ff4" providerId="ADAL" clId="{FDDD45CB-1330-4033-A842-3D2746AFF7C7}" dt="2026-08-24T22:54:05.681" v="246" actId="47"/>
        <pc:sldMkLst>
          <pc:docMk/>
          <pc:sldMk cId="3734763544" sldId="362"/>
        </pc:sldMkLst>
      </pc:sldChg>
      <pc:sldChg chg="del">
        <pc:chgData name="Lizethe Pérez Fuertes" userId="4ae9ef87-2a7d-42f8-8dfa-0a501a9e2ff4" providerId="ADAL" clId="{FDDD45CB-1330-4033-A842-3D2746AFF7C7}" dt="2026-08-24T23:16:22.536" v="660" actId="47"/>
        <pc:sldMkLst>
          <pc:docMk/>
          <pc:sldMk cId="772380651" sldId="363"/>
        </pc:sldMkLst>
      </pc:sldChg>
      <pc:sldChg chg="modSp mod">
        <pc:chgData name="Lizethe Pérez Fuertes" userId="4ae9ef87-2a7d-42f8-8dfa-0a501a9e2ff4" providerId="ADAL" clId="{FDDD45CB-1330-4033-A842-3D2746AFF7C7}" dt="2026-08-24T22:57:39.174" v="290" actId="20577"/>
        <pc:sldMkLst>
          <pc:docMk/>
          <pc:sldMk cId="4160736367" sldId="364"/>
        </pc:sldMkLst>
        <pc:spChg chg="mod">
          <ac:chgData name="Lizethe Pérez Fuertes" userId="4ae9ef87-2a7d-42f8-8dfa-0a501a9e2ff4" providerId="ADAL" clId="{FDDD45CB-1330-4033-A842-3D2746AFF7C7}" dt="2026-08-24T22:57:39.174" v="290" actId="20577"/>
          <ac:spMkLst>
            <pc:docMk/>
            <pc:sldMk cId="4160736367" sldId="364"/>
            <ac:spMk id="9" creationId="{0A7E3DB6-2EEA-41A3-A742-AB314E48E123}"/>
          </ac:spMkLst>
        </pc:spChg>
        <pc:spChg chg="mod">
          <ac:chgData name="Lizethe Pérez Fuertes" userId="4ae9ef87-2a7d-42f8-8dfa-0a501a9e2ff4" providerId="ADAL" clId="{FDDD45CB-1330-4033-A842-3D2746AFF7C7}" dt="2026-08-24T22:57:06.464" v="280" actId="113"/>
          <ac:spMkLst>
            <pc:docMk/>
            <pc:sldMk cId="4160736367" sldId="364"/>
            <ac:spMk id="184324" creationId="{00000000-0000-0000-0000-000000000000}"/>
          </ac:spMkLst>
        </pc:spChg>
      </pc:sldChg>
      <pc:sldChg chg="del">
        <pc:chgData name="Lizethe Pérez Fuertes" userId="4ae9ef87-2a7d-42f8-8dfa-0a501a9e2ff4" providerId="ADAL" clId="{FDDD45CB-1330-4033-A842-3D2746AFF7C7}" dt="2026-08-24T23:11:24.646" v="500" actId="47"/>
        <pc:sldMkLst>
          <pc:docMk/>
          <pc:sldMk cId="1179431574" sldId="366"/>
        </pc:sldMkLst>
      </pc:sldChg>
      <pc:sldChg chg="modSp mod">
        <pc:chgData name="Lizethe Pérez Fuertes" userId="4ae9ef87-2a7d-42f8-8dfa-0a501a9e2ff4" providerId="ADAL" clId="{FDDD45CB-1330-4033-A842-3D2746AFF7C7}" dt="2026-08-24T23:15:50.646" v="658" actId="20577"/>
        <pc:sldMkLst>
          <pc:docMk/>
          <pc:sldMk cId="3551076472" sldId="367"/>
        </pc:sldMkLst>
        <pc:spChg chg="mod">
          <ac:chgData name="Lizethe Pérez Fuertes" userId="4ae9ef87-2a7d-42f8-8dfa-0a501a9e2ff4" providerId="ADAL" clId="{FDDD45CB-1330-4033-A842-3D2746AFF7C7}" dt="2026-08-24T23:15:50.646" v="658" actId="20577"/>
          <ac:spMkLst>
            <pc:docMk/>
            <pc:sldMk cId="3551076472" sldId="367"/>
            <ac:spMk id="4098" creationId="{00000000-0000-0000-0000-000000000000}"/>
          </ac:spMkLst>
        </pc:spChg>
        <pc:spChg chg="mod">
          <ac:chgData name="Lizethe Pérez Fuertes" userId="4ae9ef87-2a7d-42f8-8dfa-0a501a9e2ff4" providerId="ADAL" clId="{FDDD45CB-1330-4033-A842-3D2746AFF7C7}" dt="2026-08-24T23:11:31.719" v="501" actId="113"/>
          <ac:spMkLst>
            <pc:docMk/>
            <pc:sldMk cId="3551076472" sldId="367"/>
            <ac:spMk id="184324" creationId="{00000000-0000-0000-0000-000000000000}"/>
          </ac:spMkLst>
        </pc:spChg>
      </pc:sldChg>
      <pc:sldChg chg="del">
        <pc:chgData name="Lizethe Pérez Fuertes" userId="4ae9ef87-2a7d-42f8-8dfa-0a501a9e2ff4" providerId="ADAL" clId="{FDDD45CB-1330-4033-A842-3D2746AFF7C7}" dt="2026-08-24T23:16:44.571" v="661" actId="47"/>
        <pc:sldMkLst>
          <pc:docMk/>
          <pc:sldMk cId="2650679" sldId="368"/>
        </pc:sldMkLst>
      </pc:sldChg>
      <pc:sldChg chg="modSp mod">
        <pc:chgData name="Lizethe Pérez Fuertes" userId="4ae9ef87-2a7d-42f8-8dfa-0a501a9e2ff4" providerId="ADAL" clId="{FDDD45CB-1330-4033-A842-3D2746AFF7C7}" dt="2026-08-24T23:18:21.028" v="672" actId="1076"/>
        <pc:sldMkLst>
          <pc:docMk/>
          <pc:sldMk cId="2681880623" sldId="370"/>
        </pc:sldMkLst>
        <pc:spChg chg="mod">
          <ac:chgData name="Lizethe Pérez Fuertes" userId="4ae9ef87-2a7d-42f8-8dfa-0a501a9e2ff4" providerId="ADAL" clId="{FDDD45CB-1330-4033-A842-3D2746AFF7C7}" dt="2026-08-24T23:18:11.745" v="671" actId="948"/>
          <ac:spMkLst>
            <pc:docMk/>
            <pc:sldMk cId="2681880623" sldId="370"/>
            <ac:spMk id="4098" creationId="{00000000-0000-0000-0000-000000000000}"/>
          </ac:spMkLst>
        </pc:spChg>
        <pc:spChg chg="mod">
          <ac:chgData name="Lizethe Pérez Fuertes" userId="4ae9ef87-2a7d-42f8-8dfa-0a501a9e2ff4" providerId="ADAL" clId="{FDDD45CB-1330-4033-A842-3D2746AFF7C7}" dt="2026-08-24T23:17:08.709" v="662" actId="113"/>
          <ac:spMkLst>
            <pc:docMk/>
            <pc:sldMk cId="2681880623" sldId="370"/>
            <ac:spMk id="184324" creationId="{00000000-0000-0000-0000-000000000000}"/>
          </ac:spMkLst>
        </pc:spChg>
        <pc:picChg chg="mod">
          <ac:chgData name="Lizethe Pérez Fuertes" userId="4ae9ef87-2a7d-42f8-8dfa-0a501a9e2ff4" providerId="ADAL" clId="{FDDD45CB-1330-4033-A842-3D2746AFF7C7}" dt="2026-08-24T23:18:21.028" v="672" actId="1076"/>
          <ac:picMkLst>
            <pc:docMk/>
            <pc:sldMk cId="2681880623" sldId="370"/>
            <ac:picMk id="5" creationId="{B312F5C1-0B54-4279-B05E-43551BDB3426}"/>
          </ac:picMkLst>
        </pc:picChg>
      </pc:sldChg>
      <pc:sldChg chg="del">
        <pc:chgData name="Lizethe Pérez Fuertes" userId="4ae9ef87-2a7d-42f8-8dfa-0a501a9e2ff4" providerId="ADAL" clId="{FDDD45CB-1330-4033-A842-3D2746AFF7C7}" dt="2026-08-24T23:16:44.571" v="661" actId="47"/>
        <pc:sldMkLst>
          <pc:docMk/>
          <pc:sldMk cId="3526004009" sldId="372"/>
        </pc:sldMkLst>
      </pc:sldChg>
      <pc:sldChg chg="modSp mod">
        <pc:chgData name="Lizethe Pérez Fuertes" userId="4ae9ef87-2a7d-42f8-8dfa-0a501a9e2ff4" providerId="ADAL" clId="{FDDD45CB-1330-4033-A842-3D2746AFF7C7}" dt="2026-08-24T23:19:09.876" v="680" actId="14100"/>
        <pc:sldMkLst>
          <pc:docMk/>
          <pc:sldMk cId="3132394090" sldId="373"/>
        </pc:sldMkLst>
        <pc:spChg chg="mod">
          <ac:chgData name="Lizethe Pérez Fuertes" userId="4ae9ef87-2a7d-42f8-8dfa-0a501a9e2ff4" providerId="ADAL" clId="{FDDD45CB-1330-4033-A842-3D2746AFF7C7}" dt="2026-08-24T23:19:09.876" v="680" actId="14100"/>
          <ac:spMkLst>
            <pc:docMk/>
            <pc:sldMk cId="3132394090" sldId="373"/>
            <ac:spMk id="5" creationId="{320E9E94-35B1-4964-BB02-8EA246862BDF}"/>
          </ac:spMkLst>
        </pc:spChg>
        <pc:spChg chg="mod">
          <ac:chgData name="Lizethe Pérez Fuertes" userId="4ae9ef87-2a7d-42f8-8dfa-0a501a9e2ff4" providerId="ADAL" clId="{FDDD45CB-1330-4033-A842-3D2746AFF7C7}" dt="2026-08-24T23:18:54.677" v="676" actId="113"/>
          <ac:spMkLst>
            <pc:docMk/>
            <pc:sldMk cId="3132394090" sldId="373"/>
            <ac:spMk id="184324" creationId="{00000000-0000-0000-0000-000000000000}"/>
          </ac:spMkLst>
        </pc:spChg>
      </pc:sldChg>
      <pc:sldChg chg="modSp mod">
        <pc:chgData name="Lizethe Pérez Fuertes" userId="4ae9ef87-2a7d-42f8-8dfa-0a501a9e2ff4" providerId="ADAL" clId="{FDDD45CB-1330-4033-A842-3D2746AFF7C7}" dt="2026-08-24T23:19:24.189" v="682" actId="113"/>
        <pc:sldMkLst>
          <pc:docMk/>
          <pc:sldMk cId="3783525750" sldId="374"/>
        </pc:sldMkLst>
        <pc:spChg chg="mod">
          <ac:chgData name="Lizethe Pérez Fuertes" userId="4ae9ef87-2a7d-42f8-8dfa-0a501a9e2ff4" providerId="ADAL" clId="{FDDD45CB-1330-4033-A842-3D2746AFF7C7}" dt="2026-08-24T23:19:24.189" v="682" actId="113"/>
          <ac:spMkLst>
            <pc:docMk/>
            <pc:sldMk cId="3783525750" sldId="374"/>
            <ac:spMk id="184324" creationId="{00000000-0000-0000-0000-000000000000}"/>
          </ac:spMkLst>
        </pc:spChg>
      </pc:sldChg>
      <pc:sldChg chg="modSp mod">
        <pc:chgData name="Lizethe Pérez Fuertes" userId="4ae9ef87-2a7d-42f8-8dfa-0a501a9e2ff4" providerId="ADAL" clId="{FDDD45CB-1330-4033-A842-3D2746AFF7C7}" dt="2026-08-24T23:19:47.375" v="685" actId="6549"/>
        <pc:sldMkLst>
          <pc:docMk/>
          <pc:sldMk cId="3672429509" sldId="375"/>
        </pc:sldMkLst>
        <pc:spChg chg="mod">
          <ac:chgData name="Lizethe Pérez Fuertes" userId="4ae9ef87-2a7d-42f8-8dfa-0a501a9e2ff4" providerId="ADAL" clId="{FDDD45CB-1330-4033-A842-3D2746AFF7C7}" dt="2026-08-24T23:19:47.375" v="685" actId="6549"/>
          <ac:spMkLst>
            <pc:docMk/>
            <pc:sldMk cId="3672429509" sldId="375"/>
            <ac:spMk id="5" creationId="{320E9E94-35B1-4964-BB02-8EA246862BDF}"/>
          </ac:spMkLst>
        </pc:spChg>
        <pc:spChg chg="mod">
          <ac:chgData name="Lizethe Pérez Fuertes" userId="4ae9ef87-2a7d-42f8-8dfa-0a501a9e2ff4" providerId="ADAL" clId="{FDDD45CB-1330-4033-A842-3D2746AFF7C7}" dt="2026-08-24T23:19:40.453" v="684" actId="113"/>
          <ac:spMkLst>
            <pc:docMk/>
            <pc:sldMk cId="3672429509" sldId="375"/>
            <ac:spMk id="184324" creationId="{00000000-0000-0000-0000-000000000000}"/>
          </ac:spMkLst>
        </pc:spChg>
      </pc:sldChg>
      <pc:sldChg chg="modSp mod">
        <pc:chgData name="Lizethe Pérez Fuertes" userId="4ae9ef87-2a7d-42f8-8dfa-0a501a9e2ff4" providerId="ADAL" clId="{FDDD45CB-1330-4033-A842-3D2746AFF7C7}" dt="2026-08-24T23:20:18.243" v="687" actId="113"/>
        <pc:sldMkLst>
          <pc:docMk/>
          <pc:sldMk cId="831269208" sldId="376"/>
        </pc:sldMkLst>
        <pc:spChg chg="mod">
          <ac:chgData name="Lizethe Pérez Fuertes" userId="4ae9ef87-2a7d-42f8-8dfa-0a501a9e2ff4" providerId="ADAL" clId="{FDDD45CB-1330-4033-A842-3D2746AFF7C7}" dt="2026-08-24T23:20:18.243" v="687" actId="113"/>
          <ac:spMkLst>
            <pc:docMk/>
            <pc:sldMk cId="831269208" sldId="376"/>
            <ac:spMk id="184324" creationId="{00000000-0000-0000-0000-000000000000}"/>
          </ac:spMkLst>
        </pc:spChg>
      </pc:sldChg>
      <pc:sldChg chg="addSp modSp add mod">
        <pc:chgData name="Lizethe Pérez Fuertes" userId="4ae9ef87-2a7d-42f8-8dfa-0a501a9e2ff4" providerId="ADAL" clId="{FDDD45CB-1330-4033-A842-3D2746AFF7C7}" dt="2026-08-24T22:53:41.150" v="245" actId="1076"/>
        <pc:sldMkLst>
          <pc:docMk/>
          <pc:sldMk cId="427573656" sldId="377"/>
        </pc:sldMkLst>
        <pc:spChg chg="mod">
          <ac:chgData name="Lizethe Pérez Fuertes" userId="4ae9ef87-2a7d-42f8-8dfa-0a501a9e2ff4" providerId="ADAL" clId="{FDDD45CB-1330-4033-A842-3D2746AFF7C7}" dt="2026-08-24T22:50:04.396" v="242" actId="14100"/>
          <ac:spMkLst>
            <pc:docMk/>
            <pc:sldMk cId="427573656" sldId="377"/>
            <ac:spMk id="4098" creationId="{6363BDEF-826F-35BA-7B9E-8E60FC54A4E6}"/>
          </ac:spMkLst>
        </pc:spChg>
        <pc:spChg chg="mod">
          <ac:chgData name="Lizethe Pérez Fuertes" userId="4ae9ef87-2a7d-42f8-8dfa-0a501a9e2ff4" providerId="ADAL" clId="{FDDD45CB-1330-4033-A842-3D2746AFF7C7}" dt="2026-08-24T22:37:18.052" v="120" actId="20577"/>
          <ac:spMkLst>
            <pc:docMk/>
            <pc:sldMk cId="427573656" sldId="377"/>
            <ac:spMk id="184324" creationId="{14E02352-C507-6518-7E5B-492B2742BB8F}"/>
          </ac:spMkLst>
        </pc:spChg>
        <pc:picChg chg="add mod">
          <ac:chgData name="Lizethe Pérez Fuertes" userId="4ae9ef87-2a7d-42f8-8dfa-0a501a9e2ff4" providerId="ADAL" clId="{FDDD45CB-1330-4033-A842-3D2746AFF7C7}" dt="2026-08-24T22:53:41.150" v="245" actId="1076"/>
          <ac:picMkLst>
            <pc:docMk/>
            <pc:sldMk cId="427573656" sldId="377"/>
            <ac:picMk id="3" creationId="{61A1B667-1DD6-8716-2F16-7FE7BF30D92C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24T22:48:23.685" v="231" actId="1076"/>
        <pc:sldMkLst>
          <pc:docMk/>
          <pc:sldMk cId="1289742310" sldId="378"/>
        </pc:sldMkLst>
        <pc:spChg chg="add mod">
          <ac:chgData name="Lizethe Pérez Fuertes" userId="4ae9ef87-2a7d-42f8-8dfa-0a501a9e2ff4" providerId="ADAL" clId="{FDDD45CB-1330-4033-A842-3D2746AFF7C7}" dt="2026-08-24T22:48:08.935" v="226" actId="207"/>
          <ac:spMkLst>
            <pc:docMk/>
            <pc:sldMk cId="1289742310" sldId="378"/>
            <ac:spMk id="4" creationId="{E6F561E5-5123-CF02-955A-17FA5E904910}"/>
          </ac:spMkLst>
        </pc:spChg>
        <pc:spChg chg="mod">
          <ac:chgData name="Lizethe Pérez Fuertes" userId="4ae9ef87-2a7d-42f8-8dfa-0a501a9e2ff4" providerId="ADAL" clId="{FDDD45CB-1330-4033-A842-3D2746AFF7C7}" dt="2026-08-24T22:48:18.097" v="228" actId="14100"/>
          <ac:spMkLst>
            <pc:docMk/>
            <pc:sldMk cId="1289742310" sldId="378"/>
            <ac:spMk id="4098" creationId="{5977D660-C00F-10E7-8FEB-D08DDA13BEFE}"/>
          </ac:spMkLst>
        </pc:spChg>
        <pc:spChg chg="mod">
          <ac:chgData name="Lizethe Pérez Fuertes" userId="4ae9ef87-2a7d-42f8-8dfa-0a501a9e2ff4" providerId="ADAL" clId="{FDDD45CB-1330-4033-A842-3D2746AFF7C7}" dt="2026-08-24T22:42:26.303" v="181" actId="1076"/>
          <ac:spMkLst>
            <pc:docMk/>
            <pc:sldMk cId="1289742310" sldId="378"/>
            <ac:spMk id="184324" creationId="{6541A636-2EE5-36E5-3B7B-20C3BD9BAFD7}"/>
          </ac:spMkLst>
        </pc:spChg>
        <pc:picChg chg="add mod ord">
          <ac:chgData name="Lizethe Pérez Fuertes" userId="4ae9ef87-2a7d-42f8-8dfa-0a501a9e2ff4" providerId="ADAL" clId="{FDDD45CB-1330-4033-A842-3D2746AFF7C7}" dt="2026-08-24T22:48:23.685" v="231" actId="1076"/>
          <ac:picMkLst>
            <pc:docMk/>
            <pc:sldMk cId="1289742310" sldId="378"/>
            <ac:picMk id="3" creationId="{F5E2AD1C-3A7A-F34F-6590-778EC7C38747}"/>
          </ac:picMkLst>
        </pc:picChg>
        <pc:picChg chg="del">
          <ac:chgData name="Lizethe Pérez Fuertes" userId="4ae9ef87-2a7d-42f8-8dfa-0a501a9e2ff4" providerId="ADAL" clId="{FDDD45CB-1330-4033-A842-3D2746AFF7C7}" dt="2026-08-24T22:40:12.171" v="150" actId="478"/>
          <ac:picMkLst>
            <pc:docMk/>
            <pc:sldMk cId="1289742310" sldId="378"/>
            <ac:picMk id="7" creationId="{E1741E21-A3D3-48FB-C324-19FFC76A81D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721D5-655F-45D2-B717-3C4CD78C8568}" type="datetimeFigureOut">
              <a:rPr lang="es-MX" smtClean="0"/>
              <a:t>24/08/2026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B4312-99A1-4CE9-ACE7-4C62E9FD90E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9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24/08/2026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164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24/08/2026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0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24/08/2026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571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24/08/2026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354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24/08/2026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2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24/08/2026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123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24/08/2026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24/08/2026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7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24/08/2026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6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24/08/2026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9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24/08/2026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4278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E716-CACC-4490-AD07-F24B6A68DE47}" type="datetimeFigureOut">
              <a:rPr lang="es-MX" smtClean="0"/>
              <a:t>24/08/2026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46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7624" y="260648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TC1037. Pensamiento algorítmico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6630" y="1758021"/>
            <a:ext cx="7342584" cy="136815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Situación problema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Análisis de datos</a:t>
            </a:r>
          </a:p>
        </p:txBody>
      </p:sp>
      <p:pic>
        <p:nvPicPr>
          <p:cNvPr id="13" name="Imagen 1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C0C1DFD4-804F-4DD2-B33E-89B9235C3A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1668" y="2708920"/>
            <a:ext cx="4572508" cy="342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91580" y="1916832"/>
            <a:ext cx="7560840" cy="244827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s-ES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objetivo que se persigue en esta situación problema es que el alumno aplique los conceptos, herramientas de búsqueda y análisis de datos para resolver una problemática de una empresa planteada por el mismo estudiante, a través de la programación con Python.</a:t>
            </a:r>
            <a:r>
              <a:rPr lang="es-MX" sz="2000" dirty="0"/>
              <a:t> </a:t>
            </a:r>
            <a:endParaRPr lang="es-MX" sz="20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Situación problema</a:t>
            </a:r>
            <a:b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MX" sz="31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Objetivo</a:t>
            </a:r>
          </a:p>
        </p:txBody>
      </p:sp>
      <p:pic>
        <p:nvPicPr>
          <p:cNvPr id="7" name="Imagen 6" descr="Dibujo de video juego&#10;&#10;Descripción generada automáticamente con confianza baja">
            <a:extLst>
              <a:ext uri="{FF2B5EF4-FFF2-40B4-BE49-F238E27FC236}">
                <a16:creationId xmlns:a16="http://schemas.microsoft.com/office/drawing/2014/main" id="{0B516085-C92C-44CD-BA89-3858E1779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4149080"/>
            <a:ext cx="218122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96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39A81-D33B-9C20-9D54-3F08E0419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5E2AD1C-3A7A-F34F-6590-778EC7C38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4509756"/>
            <a:ext cx="2162463" cy="1870936"/>
          </a:xfrm>
          <a:prstGeom prst="rect">
            <a:avLst/>
          </a:prstGeom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5977D660-C00F-10E7-8FEB-D08DDA13BE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8952" y="4653136"/>
            <a:ext cx="5423208" cy="1304528"/>
          </a:xfrm>
        </p:spPr>
        <p:txBody>
          <a:bodyPr>
            <a:noAutofit/>
          </a:bodyPr>
          <a:lstStyle/>
          <a:p>
            <a:pPr marL="228600" indent="-22860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s-MX" sz="1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Conclusión. 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Interpreta los resultados del análisis, identifica patrones o anomalías, y conecta estos hallazgos con las preguntas originales. Extrae conclusiones claras y proporciona recomendaciones o ideas para futuras investigaciones basadas en los datos procesados. </a:t>
            </a:r>
          </a:p>
        </p:txBody>
      </p:sp>
      <p:sp>
        <p:nvSpPr>
          <p:cNvPr id="184324" name="Rectangle 4">
            <a:extLst>
              <a:ext uri="{FF2B5EF4-FFF2-40B4-BE49-F238E27FC236}">
                <a16:creationId xmlns:a16="http://schemas.microsoft.com/office/drawing/2014/main" id="{6541A636-2EE5-36E5-3B7B-20C3BD9BAF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1196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Situación problema</a:t>
            </a:r>
            <a:b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MX" sz="31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Metodología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6F561E5-5123-CF02-955A-17FA5E904910}"/>
              </a:ext>
            </a:extLst>
          </p:cNvPr>
          <p:cNvSpPr txBox="1">
            <a:spLocks noChangeArrowheads="1"/>
          </p:cNvSpPr>
          <p:nvPr/>
        </p:nvSpPr>
        <p:spPr>
          <a:xfrm>
            <a:off x="624390" y="1412776"/>
            <a:ext cx="7895220" cy="4176464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es-MX" sz="37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Primero que todo debemos seguir una metodología para este proceso. </a:t>
            </a:r>
          </a:p>
          <a:p>
            <a:pPr marL="177800" indent="-17780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s-MX" sz="37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Definición del problema. </a:t>
            </a:r>
            <a:r>
              <a:rPr lang="es-MX" sz="37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Identifica el tema y el enfoque de tu estudio, eligiendo un área que te interese explorar. El objetivo es desarrollar un programa capaz de procesar grandes volúmenes de datos rápidamente. </a:t>
            </a:r>
          </a:p>
          <a:p>
            <a:pPr marL="177800" indent="-17780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s-MX" sz="37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Recolección de datos. </a:t>
            </a:r>
            <a:r>
              <a:rPr lang="es-MX" sz="37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Busca </a:t>
            </a:r>
            <a:r>
              <a:rPr lang="es-MX" sz="3700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Datasets</a:t>
            </a:r>
            <a:r>
              <a:rPr lang="es-MX" sz="37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 en formato CSV (preferentemente con columnas cuantitativas y cualitativas) que te permitan analizar información relevante. Asegúrate de que los datos sean completos y variados para obtener resultados más ricos.</a:t>
            </a:r>
          </a:p>
          <a:p>
            <a:pPr marL="177800" indent="-17780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s-MX" sz="37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Depuración de datos. </a:t>
            </a:r>
            <a:r>
              <a:rPr lang="es-MX" sz="37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Estandariza el formato de los datos (por ejemplo, asegurando uniformidad en fechas y números), elimina duplicados y filtra las observaciones irrelevantes o incompletas. Guarda solo los datos que sean útiles y estén bien organizados. </a:t>
            </a:r>
          </a:p>
          <a:p>
            <a:pPr marL="177800" indent="-17780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s-MX" sz="37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Análisis. </a:t>
            </a:r>
            <a:r>
              <a:rPr lang="es-MX" sz="37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Usa herramientas estadísticas y gráficas en Python para explorar los datos. La estadística descriptiva te ayudará a identificar patrones, y herramientas como </a:t>
            </a:r>
            <a:r>
              <a:rPr lang="es-MX" sz="3700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Matplotlib</a:t>
            </a:r>
            <a:r>
              <a:rPr lang="es-MX" sz="37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te permitirán crear gráficos para ilustrar tus hallazgos. </a:t>
            </a:r>
            <a:endParaRPr lang="es-MX" sz="20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742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2938B0E1-255D-45FE-ACCE-D373FD2B6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4822356"/>
            <a:ext cx="2419350" cy="1885950"/>
          </a:xfrm>
          <a:prstGeom prst="rect">
            <a:avLst/>
          </a:prstGeom>
        </p:spPr>
      </p:pic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552" y="1448780"/>
            <a:ext cx="7992888" cy="3564396"/>
          </a:xfrm>
        </p:spPr>
        <p:txBody>
          <a:bodyPr>
            <a:noAutofit/>
          </a:bodyPr>
          <a:lstStyle/>
          <a:p>
            <a:pPr indent="-285750" algn="just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ES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Investigar</a:t>
            </a: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y solicitar a una empresa en la que te autoricen a utilizar sus datos. Deberás enfocarte en una problemática en general (puede ser una empresa familiar o una investigación de bases de datos reales).</a:t>
            </a:r>
          </a:p>
          <a:p>
            <a:pPr indent="-285750" algn="just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ES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Generar una tabla </a:t>
            </a: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con los datos necesarios en Excel para extraer la información relevante de la problemática.</a:t>
            </a:r>
          </a:p>
          <a:p>
            <a:pPr lvl="1" algn="just">
              <a:lnSpc>
                <a:spcPct val="170000"/>
              </a:lnSpc>
              <a:spcBef>
                <a:spcPts val="0"/>
              </a:spcBef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tabla deberá constituirse con:</a:t>
            </a:r>
          </a:p>
          <a:p>
            <a:pPr lvl="2" algn="just">
              <a:lnSpc>
                <a:spcPct val="170000"/>
              </a:lnSpc>
              <a:spcBef>
                <a:spcPts val="0"/>
              </a:spcBef>
            </a:pPr>
            <a:r>
              <a:rPr lang="es-ES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Registros</a:t>
            </a: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(renglones), al menos 30 y máximo 50.</a:t>
            </a:r>
          </a:p>
          <a:p>
            <a:pPr lvl="2" algn="just">
              <a:lnSpc>
                <a:spcPct val="170000"/>
              </a:lnSpc>
              <a:spcBef>
                <a:spcPts val="0"/>
              </a:spcBef>
            </a:pPr>
            <a:r>
              <a:rPr lang="es-ES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Columnas</a:t>
            </a: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10 máximo, 5 cualitativas (texto) y 5 cuantitativas (numéricas).</a:t>
            </a:r>
          </a:p>
          <a:p>
            <a:pPr lvl="1" algn="just">
              <a:lnSpc>
                <a:spcPct val="170000"/>
              </a:lnSpc>
              <a:spcBef>
                <a:spcPts val="0"/>
              </a:spcBef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tabla deberá venir de una fuente confiable y actualizada.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Situación problema</a:t>
            </a:r>
            <a:b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MX" sz="31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Primera entrega</a:t>
            </a:r>
          </a:p>
        </p:txBody>
      </p:sp>
    </p:spTree>
    <p:extLst>
      <p:ext uri="{BB962C8B-B14F-4D97-AF65-F5344CB8AC3E}">
        <p14:creationId xmlns:p14="http://schemas.microsoft.com/office/powerpoint/2010/main" val="3550217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EEDC082-4811-8F4F-7D5C-C7E129D3E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204" y="5013176"/>
            <a:ext cx="2160240" cy="1617466"/>
          </a:xfrm>
          <a:prstGeom prst="rect">
            <a:avLst/>
          </a:prstGeom>
        </p:spPr>
      </p:pic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75556" y="1412776"/>
            <a:ext cx="8316924" cy="4284476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Definir de cuatro a seis preguntas detonadoras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entre los miembros del equipo. Por ejemplo, si los datos son de ventas, algunas preguntas podrían ser: </a:t>
            </a:r>
          </a:p>
          <a:p>
            <a:pPr lvl="1">
              <a:lnSpc>
                <a:spcPct val="150000"/>
              </a:lnSpc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¿Cuáles son las sucursales que más venden? </a:t>
            </a:r>
          </a:p>
          <a:p>
            <a:pPr lvl="1">
              <a:lnSpc>
                <a:spcPct val="150000"/>
              </a:lnSpc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¿Cuáles son los productos más vendidos? </a:t>
            </a:r>
          </a:p>
          <a:p>
            <a:pPr lvl="1">
              <a:lnSpc>
                <a:spcPct val="150000"/>
              </a:lnSpc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¿Quiénes son mis mejores clientes? </a:t>
            </a:r>
          </a:p>
          <a:p>
            <a:pPr lvl="1">
              <a:lnSpc>
                <a:spcPct val="150000"/>
              </a:lnSpc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¿Cuál de mis proveedores tiene el mejor precio? </a:t>
            </a: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Selección de preguntas: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Cada integrante del equipo seleccionará dos o tres preguntas detonadoras con las que trabajará en la situación problema. </a:t>
            </a: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Cargar la información: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Importar el archivo de Excel (entrega1.xlsx) en Python y cargar los datos en un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Dataframe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para comenzar a trabajar. </a:t>
            </a: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Imprimir el 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Dataframe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Situación problema</a:t>
            </a:r>
            <a:b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MX" sz="31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Segunda entrega</a:t>
            </a:r>
          </a:p>
        </p:txBody>
      </p:sp>
    </p:spTree>
    <p:extLst>
      <p:ext uri="{BB962C8B-B14F-4D97-AF65-F5344CB8AC3E}">
        <p14:creationId xmlns:p14="http://schemas.microsoft.com/office/powerpoint/2010/main" val="2680330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F8B43-C383-2B25-3172-E613FD17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363BDEF-826F-35BA-7B9E-8E60FC54A4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5556" y="1628800"/>
            <a:ext cx="8028892" cy="2952328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Extraer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información necesaria y suficiente para dar respuesta a tus preguntas. </a:t>
            </a: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Aplicar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estadística descriptiva mediante herramientas de Python para visibilizar datos que no se perciben a simple vista. </a:t>
            </a: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Representar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las respuestas a tus preguntas detonadoras a través de gráficas. </a:t>
            </a: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Explicar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los resultados mostrados en tus gráficas y generar una propuesta de acciones que aporte valor a las decisiones estratégicas del negocio, de acuerdo con la problemática planteada. </a:t>
            </a:r>
          </a:p>
        </p:txBody>
      </p:sp>
      <p:sp>
        <p:nvSpPr>
          <p:cNvPr id="184324" name="Rectangle 4">
            <a:extLst>
              <a:ext uri="{FF2B5EF4-FFF2-40B4-BE49-F238E27FC236}">
                <a16:creationId xmlns:a16="http://schemas.microsoft.com/office/drawing/2014/main" id="{14E02352-C507-6518-7E5B-492B2742BB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Situación problema</a:t>
            </a:r>
            <a:b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MX" sz="31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Entrega final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A1B667-1DD6-8716-2F16-7FE7BF30D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002" y="4214646"/>
            <a:ext cx="3801005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73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Situación problema</a:t>
            </a:r>
            <a:b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MX" sz="31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Entrega final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A7E3DB6-2EEA-41A3-A742-AB314E48E123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1412776"/>
            <a:ext cx="8435280" cy="526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 algn="just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Menú principal: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El programa presenta el menú cada vez que el usuario lo requiera mediante un ciclo </a:t>
            </a:r>
            <a:r>
              <a:rPr lang="es-MX" sz="1400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 marL="800100" lvl="1" indent="-342900" algn="just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Lectura de datos: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Lectura del archivo de Excel. </a:t>
            </a:r>
          </a:p>
          <a:p>
            <a:pPr marL="800100" lvl="1" indent="-342900" algn="just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Estadística descriptiva: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Análisis de las columnas del archivo. Calcular e interpretar al menos 4 descriptores estadísticos. </a:t>
            </a:r>
          </a:p>
          <a:p>
            <a:pPr marL="800100" lvl="1" indent="-342900" algn="just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Funciones: 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Implementación de código modular que contenga al menos 3 funciones. </a:t>
            </a:r>
          </a:p>
          <a:p>
            <a:pPr marL="800100" lvl="1" indent="-342900" algn="just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Estructura de control: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Uso de condicionales con al menos 3 condiciones. </a:t>
            </a:r>
          </a:p>
          <a:p>
            <a:pPr marL="800100" lvl="1" indent="-342900" algn="just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Visualización de datos: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Generación de una gráfica por cada pregunta detonadora. Los gráficos deben incluir todos sus elementos (títulos, etiquetas, leyendas y nombres de ejes).</a:t>
            </a:r>
          </a:p>
          <a:p>
            <a:pPr marL="800100" lvl="1" indent="-342900" algn="just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Documentación del programa: 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código debe incluir los comentarios necesarios para facilitar su lectura y comprensión. </a:t>
            </a:r>
          </a:p>
          <a:p>
            <a:pPr marL="800100" lvl="1" indent="-342900" algn="just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Conclusión escrita: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Interpretación de los resultados del análisis, extracción de conclusiones claras y propuesta de recomendaciones fundamentadas en los datos procesados. </a:t>
            </a:r>
          </a:p>
          <a:p>
            <a:pPr marL="800100" lvl="1" indent="-342900" algn="just">
              <a:lnSpc>
                <a:spcPct val="170000"/>
              </a:lnSpc>
              <a:spcBef>
                <a:spcPts val="0"/>
              </a:spcBef>
              <a:buFont typeface="+mj-lt"/>
              <a:buAutoNum type="arabicPeriod" startAt="9"/>
            </a:pPr>
            <a:endParaRPr lang="es-ES" sz="14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800100" lvl="1" indent="-342900" algn="just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endParaRPr lang="es-MX" sz="14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73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n conjunto de letras negras en un fondo blanco&#10;&#10;Descripción generada automáticamente con confianza media">
            <a:extLst>
              <a:ext uri="{FF2B5EF4-FFF2-40B4-BE49-F238E27FC236}">
                <a16:creationId xmlns:a16="http://schemas.microsoft.com/office/drawing/2014/main" id="{B7A2194D-FDB4-4270-A0B6-97ED9690B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494" y="147373"/>
            <a:ext cx="1440160" cy="1440160"/>
          </a:xfrm>
          <a:prstGeom prst="rect">
            <a:avLst/>
          </a:prstGeom>
        </p:spPr>
      </p:pic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11560" y="1700808"/>
            <a:ext cx="7967507" cy="4464496"/>
          </a:xfrm>
        </p:spPr>
        <p:txBody>
          <a:bodyPr>
            <a:noAutofit/>
          </a:bodyPr>
          <a:lstStyle/>
          <a:p>
            <a:pPr marL="355600" indent="-3556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Portada.</a:t>
            </a:r>
          </a:p>
          <a:p>
            <a:pPr marL="355600" indent="-3556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Descripción del giro de la empresa: 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Describir de forma general el giro del negocio.</a:t>
            </a:r>
          </a:p>
          <a:p>
            <a:pPr marL="355600" indent="-3556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Descripción de los campos: 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Explicar los campos incluidos en la tabla.</a:t>
            </a:r>
          </a:p>
          <a:p>
            <a:pPr marL="355600" indent="-3556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Preguntas detonadoras: 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Responder a las preguntas planteadas.</a:t>
            </a:r>
          </a:p>
          <a:p>
            <a:pPr marL="355600" indent="-3556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Capturas de pantalla: 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Incluir las impresiones de pantalla de los resultados de la función </a:t>
            </a:r>
            <a:r>
              <a:rPr lang="es-MX" sz="14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estadistica_descriptiva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55600" indent="-3556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Gráficas: 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Incluir las capturas de pantalla de las gráficas generadas.</a:t>
            </a:r>
          </a:p>
          <a:p>
            <a:pPr marL="355600" indent="-3556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Conclusión:</a:t>
            </a:r>
          </a:p>
          <a:p>
            <a:pPr marL="755650" lvl="2" indent="-355600" algn="just">
              <a:lnSpc>
                <a:spcPct val="150000"/>
              </a:lnSpc>
              <a:spcBef>
                <a:spcPct val="0"/>
              </a:spcBef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Análisis de resultados: 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Analizar y explicar los hallazgos obtenidos a través de las gráficas y las funciones de estadística descriptiva.</a:t>
            </a:r>
          </a:p>
          <a:p>
            <a:pPr marL="755650" lvl="2" indent="-355600" algn="just">
              <a:lnSpc>
                <a:spcPct val="150000"/>
              </a:lnSpc>
              <a:spcBef>
                <a:spcPct val="0"/>
              </a:spcBef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Propuesta estratégica: 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Generar una propuesta de acciones que aporten valor a las decisiones del negocio, alineada con la problemática planteada y fundamentada en los datos procesados.</a:t>
            </a:r>
          </a:p>
          <a:p>
            <a:pPr marL="755650" lvl="2" indent="-355600" algn="just">
              <a:lnSpc>
                <a:spcPct val="150000"/>
              </a:lnSpc>
              <a:spcBef>
                <a:spcPct val="0"/>
              </a:spcBef>
            </a:pPr>
            <a:endParaRPr lang="es-ES" sz="1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55650" lvl="2" indent="-355600" algn="just">
              <a:lnSpc>
                <a:spcPct val="150000"/>
              </a:lnSpc>
              <a:spcBef>
                <a:spcPct val="0"/>
              </a:spcBef>
            </a:pPr>
            <a:endParaRPr lang="es-ES" sz="1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lvl="1" indent="-355600" algn="just">
              <a:lnSpc>
                <a:spcPct val="150000"/>
              </a:lnSpc>
              <a:spcBef>
                <a:spcPct val="0"/>
              </a:spcBef>
            </a:pPr>
            <a:endParaRPr lang="es-ES" sz="1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algn="just">
              <a:lnSpc>
                <a:spcPct val="120000"/>
              </a:lnSpc>
              <a:spcBef>
                <a:spcPct val="0"/>
              </a:spcBef>
              <a:buFont typeface="+mj-lt"/>
              <a:buAutoNum type="arabicPeriod"/>
            </a:pPr>
            <a:endParaRPr lang="es-MX" sz="2400" dirty="0">
              <a:solidFill>
                <a:schemeClr val="bg2">
                  <a:lumMod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67544" y="147373"/>
            <a:ext cx="8111523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Situación problema</a:t>
            </a:r>
            <a:b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MX" sz="31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Documentación</a:t>
            </a:r>
          </a:p>
        </p:txBody>
      </p:sp>
    </p:spTree>
    <p:extLst>
      <p:ext uri="{BB962C8B-B14F-4D97-AF65-F5344CB8AC3E}">
        <p14:creationId xmlns:p14="http://schemas.microsoft.com/office/powerpoint/2010/main" val="3299616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6237" y="1989787"/>
            <a:ext cx="8111523" cy="3888432"/>
          </a:xfrm>
        </p:spPr>
        <p:txBody>
          <a:bodyPr>
            <a:noAutofit/>
          </a:bodyPr>
          <a:lstStyle/>
          <a:p>
            <a:pPr marL="400050" lvl="1" indent="0" algn="just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Deberás implementar las siguientes funciones</a:t>
            </a:r>
          </a:p>
          <a:p>
            <a:pPr marL="857250" lvl="1" indent="-457200" algn="just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s-ES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La función </a:t>
            </a:r>
            <a:r>
              <a:rPr lang="es-ES" sz="1800" b="1" dirty="0" err="1">
                <a:solidFill>
                  <a:srgbClr val="FF0000"/>
                </a:solidFill>
                <a:cs typeface="Arial" panose="020B0604020202020204" pitchFamily="34" charset="0"/>
              </a:rPr>
              <a:t>menu</a:t>
            </a:r>
            <a:r>
              <a:rPr lang="es-ES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 que presente el menú de opciones.</a:t>
            </a:r>
          </a:p>
          <a:p>
            <a:pPr marL="857250" lvl="1" indent="-457200" algn="just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s-ES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La función </a:t>
            </a:r>
            <a:r>
              <a:rPr lang="es-ES" sz="1800" b="1" dirty="0" err="1">
                <a:solidFill>
                  <a:srgbClr val="FF0000"/>
                </a:solidFill>
                <a:cs typeface="Arial" panose="020B0604020202020204" pitchFamily="34" charset="0"/>
              </a:rPr>
              <a:t>main</a:t>
            </a:r>
            <a:r>
              <a:rPr lang="es-ES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, la cual debe:</a:t>
            </a:r>
          </a:p>
          <a:p>
            <a:pPr marL="1074738" lvl="2" indent="-274638" algn="just">
              <a:lnSpc>
                <a:spcPct val="120000"/>
              </a:lnSpc>
              <a:spcBef>
                <a:spcPct val="0"/>
              </a:spcBef>
            </a:pPr>
            <a:r>
              <a:rPr lang="es-ES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Cargar la información del archivo de Excel en un </a:t>
            </a:r>
            <a:r>
              <a:rPr lang="es-ES" sz="1800" b="1" dirty="0" err="1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Dataframe</a:t>
            </a:r>
            <a:r>
              <a:rPr lang="es-ES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.</a:t>
            </a:r>
          </a:p>
          <a:p>
            <a:pPr marL="1074738" lvl="2" indent="-274638" algn="just">
              <a:lnSpc>
                <a:spcPct val="120000"/>
              </a:lnSpc>
              <a:spcBef>
                <a:spcPct val="0"/>
              </a:spcBef>
            </a:pPr>
            <a:r>
              <a:rPr lang="es-MX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Utilizar la función </a:t>
            </a:r>
            <a:r>
              <a:rPr lang="es-MX" sz="1800" b="1" dirty="0" err="1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menu</a:t>
            </a:r>
            <a:r>
              <a:rPr lang="es-MX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 para desplegar el menú de opciones. Según la opción seleccionada por el usuario, el programa deberá permitir la ejecución de cualquiera de las funciones previamente construidas.</a:t>
            </a:r>
          </a:p>
          <a:p>
            <a:pPr marL="1074738" lvl="2" indent="-274638" algn="just">
              <a:lnSpc>
                <a:spcPct val="120000"/>
              </a:lnSpc>
              <a:spcBef>
                <a:spcPct val="0"/>
              </a:spcBef>
            </a:pPr>
            <a:r>
              <a:rPr lang="es-MX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Utilizar la estructura de control </a:t>
            </a:r>
            <a:r>
              <a:rPr lang="es-MX" sz="1800" b="1" dirty="0" err="1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if</a:t>
            </a:r>
            <a:r>
              <a:rPr lang="es-MX" sz="1800" b="1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 anidado</a:t>
            </a:r>
            <a:r>
              <a:rPr lang="es-MX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 para la toma de decisiones.</a:t>
            </a:r>
          </a:p>
          <a:p>
            <a:pPr marL="1074738" lvl="2" indent="-274638" algn="just">
              <a:lnSpc>
                <a:spcPct val="120000"/>
              </a:lnSpc>
              <a:spcBef>
                <a:spcPct val="0"/>
              </a:spcBef>
            </a:pPr>
            <a:r>
              <a:rPr lang="es-MX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Utilizar un ciclo </a:t>
            </a:r>
            <a:r>
              <a:rPr lang="es-MX" sz="1800" b="1" dirty="0" err="1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while</a:t>
            </a:r>
            <a:r>
              <a:rPr lang="es-MX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 para mantener la ejecución del programa hasta que el usuario elija la opción de salir o ingrese una opción inválida.</a:t>
            </a:r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516238" y="203245"/>
            <a:ext cx="8111523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Situación problema</a:t>
            </a:r>
            <a:b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MX" sz="31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Programa</a:t>
            </a:r>
          </a:p>
        </p:txBody>
      </p:sp>
      <p:pic>
        <p:nvPicPr>
          <p:cNvPr id="8" name="Imagen 7" descr="Imagen que contiene pequeño, computadora, tabla&#10;&#10;Descripción generada automáticamente">
            <a:extLst>
              <a:ext uri="{FF2B5EF4-FFF2-40B4-BE49-F238E27FC236}">
                <a16:creationId xmlns:a16="http://schemas.microsoft.com/office/drawing/2014/main" id="{B70A3D8A-8A2D-47FA-95C7-B2BC51C96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929" y="864712"/>
            <a:ext cx="1224136" cy="124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076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43608" y="1412776"/>
            <a:ext cx="7920880" cy="72008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programa presenta el menú cada vez que el usuario lo requiera. </a:t>
            </a:r>
          </a:p>
          <a:p>
            <a:pPr mar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Utiliza un ciclo </a:t>
            </a:r>
            <a:r>
              <a:rPr lang="es-ES" sz="1600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Situación problema</a:t>
            </a:r>
            <a:b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MX" sz="31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Menú con números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93E6D6E-5ED5-4406-A03B-0EF589BF1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115" y="2286000"/>
            <a:ext cx="4869769" cy="379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121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2905" y="1844824"/>
            <a:ext cx="7704856" cy="3888432"/>
          </a:xfrm>
        </p:spPr>
        <p:txBody>
          <a:bodyPr>
            <a:noAutofit/>
          </a:bodyPr>
          <a:lstStyle/>
          <a:p>
            <a:pPr marL="400050" lvl="1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s-ES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En la función </a:t>
            </a:r>
            <a:r>
              <a:rPr lang="es-ES" sz="1800" b="1" dirty="0" err="1">
                <a:solidFill>
                  <a:srgbClr val="FF0000"/>
                </a:solidFill>
                <a:cs typeface="Arial" panose="020B0604020202020204" pitchFamily="34" charset="0"/>
              </a:rPr>
              <a:t>main</a:t>
            </a:r>
            <a:r>
              <a:rPr lang="es-ES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:</a:t>
            </a:r>
          </a:p>
          <a:p>
            <a:pPr marL="685800" lvl="1" algn="just">
              <a:lnSpc>
                <a:spcPct val="150000"/>
              </a:lnSpc>
              <a:spcBef>
                <a:spcPct val="0"/>
              </a:spcBef>
            </a:pPr>
            <a:r>
              <a:rPr lang="es-ES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Si la opción es 1 ejecutar la función de 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cs typeface="Arial" panose="020B0604020202020204" pitchFamily="34" charset="0"/>
              </a:rPr>
              <a:t>estadistica_descriptiva</a:t>
            </a:r>
            <a:r>
              <a:rPr lang="es-ES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.</a:t>
            </a:r>
          </a:p>
          <a:p>
            <a:pPr marL="685800" lvl="1" algn="just">
              <a:lnSpc>
                <a:spcPct val="150000"/>
              </a:lnSpc>
              <a:spcBef>
                <a:spcPct val="0"/>
              </a:spcBef>
            </a:pPr>
            <a:r>
              <a:rPr lang="es-ES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Si la opción es 2 ejecutar la función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cs typeface="Arial" panose="020B0604020202020204" pitchFamily="34" charset="0"/>
              </a:rPr>
              <a:t>grafica1</a:t>
            </a:r>
            <a:r>
              <a:rPr lang="es-ES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.</a:t>
            </a:r>
          </a:p>
          <a:p>
            <a:pPr marL="685800" lvl="1" algn="just">
              <a:lnSpc>
                <a:spcPct val="150000"/>
              </a:lnSpc>
              <a:spcBef>
                <a:spcPct val="0"/>
              </a:spcBef>
            </a:pPr>
            <a:r>
              <a:rPr lang="es-ES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Si la opción es 3 ejecutar la función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cs typeface="Arial" panose="020B0604020202020204" pitchFamily="34" charset="0"/>
              </a:rPr>
              <a:t>grafica2</a:t>
            </a:r>
            <a:r>
              <a:rPr lang="es-ES" sz="1800" dirty="0">
                <a:solidFill>
                  <a:schemeClr val="bg2">
                    <a:lumMod val="25000"/>
                  </a:schemeClr>
                </a:solidFill>
                <a:cs typeface="Arial" panose="020B0604020202020204" pitchFamily="34" charset="0"/>
              </a:rPr>
              <a:t>.</a:t>
            </a:r>
            <a:endParaRPr lang="es-MX" sz="1800" dirty="0">
              <a:solidFill>
                <a:schemeClr val="bg2">
                  <a:lumMod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516238" y="203245"/>
            <a:ext cx="8111523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Situación problema</a:t>
            </a:r>
            <a:b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MX" sz="31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Programa</a:t>
            </a:r>
          </a:p>
        </p:txBody>
      </p:sp>
      <p:pic>
        <p:nvPicPr>
          <p:cNvPr id="5" name="Imagen 4" descr="Imagen que contiene pequeño, computadora, tabla&#10;&#10;Descripción generada automáticamente">
            <a:extLst>
              <a:ext uri="{FF2B5EF4-FFF2-40B4-BE49-F238E27FC236}">
                <a16:creationId xmlns:a16="http://schemas.microsoft.com/office/drawing/2014/main" id="{B312F5C1-0B54-4279-B05E-43551BDB3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4005064"/>
            <a:ext cx="1698650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880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Situación problema</a:t>
            </a:r>
            <a:b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MX" sz="31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estadística descriptiva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0E9E94-35B1-4964-BB02-8EA246862BDF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1772816"/>
            <a:ext cx="7632848" cy="360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Escribe la función </a:t>
            </a:r>
            <a:r>
              <a:rPr lang="es-MX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estadistica_descriptiva</a:t>
            </a: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que recibe como parámetro de entrada el </a:t>
            </a:r>
            <a:r>
              <a:rPr lang="es-MX" sz="18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tablero</a:t>
            </a: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o </a:t>
            </a:r>
            <a:r>
              <a:rPr lang="es-MX" sz="18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dataframe</a:t>
            </a: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lvl="1" indent="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función deberá imprimir el resultado del al menos </a:t>
            </a:r>
            <a:r>
              <a:rPr lang="es-MX" sz="18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cuatro descriptores estadísticos</a:t>
            </a: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de información relacionada con su pregunta detonadora.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36F76F0-19E9-4C2D-9F64-49C287B80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4094779"/>
            <a:ext cx="3312368" cy="23676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2394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Situación problema</a:t>
            </a:r>
            <a:b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MX" sz="31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grafica1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0E9E94-35B1-4964-BB02-8EA246862BDF}"/>
              </a:ext>
            </a:extLst>
          </p:cNvPr>
          <p:cNvSpPr txBox="1">
            <a:spLocks noChangeArrowheads="1"/>
          </p:cNvSpPr>
          <p:nvPr/>
        </p:nvSpPr>
        <p:spPr>
          <a:xfrm>
            <a:off x="1043608" y="2060848"/>
            <a:ext cx="7056784" cy="360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Escribe la función </a:t>
            </a:r>
            <a:r>
              <a:rPr lang="es-MX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grafica1</a:t>
            </a: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que recibe como parámetro de entrada el </a:t>
            </a:r>
            <a:r>
              <a:rPr lang="es-MX" sz="18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tablero</a:t>
            </a: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o </a:t>
            </a:r>
            <a:r>
              <a:rPr lang="es-MX" sz="18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dataframe</a:t>
            </a: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 </a:t>
            </a:r>
          </a:p>
        </p:txBody>
      </p:sp>
      <p:pic>
        <p:nvPicPr>
          <p:cNvPr id="7" name="Imagen 6" descr="Imagen que contiene objeto&#10;&#10;Descripción generada automáticamente">
            <a:extLst>
              <a:ext uri="{FF2B5EF4-FFF2-40B4-BE49-F238E27FC236}">
                <a16:creationId xmlns:a16="http://schemas.microsoft.com/office/drawing/2014/main" id="{232E20D5-8ECB-4678-A65B-8F77590CA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2976072"/>
            <a:ext cx="2520280" cy="2520280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A20B8BAE-0E56-4D13-B950-DF035C2A8FC1}"/>
              </a:ext>
            </a:extLst>
          </p:cNvPr>
          <p:cNvSpPr txBox="1">
            <a:spLocks noChangeArrowheads="1"/>
          </p:cNvSpPr>
          <p:nvPr/>
        </p:nvSpPr>
        <p:spPr>
          <a:xfrm>
            <a:off x="1037033" y="3171217"/>
            <a:ext cx="4543079" cy="21299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función deberá generar una gráfica simple de </a:t>
            </a:r>
            <a:r>
              <a:rPr lang="es-MX" sz="18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barras</a:t>
            </a: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o </a:t>
            </a:r>
            <a:r>
              <a:rPr lang="es-MX" sz="18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líneas</a:t>
            </a: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respecto a la información de la pregunta detonadora.</a:t>
            </a:r>
          </a:p>
        </p:txBody>
      </p:sp>
    </p:spTree>
    <p:extLst>
      <p:ext uri="{BB962C8B-B14F-4D97-AF65-F5344CB8AC3E}">
        <p14:creationId xmlns:p14="http://schemas.microsoft.com/office/powerpoint/2010/main" val="3783525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Situación problema</a:t>
            </a:r>
            <a:b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MX" sz="31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grafica2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0E9E94-35B1-4964-BB02-8EA246862BDF}"/>
              </a:ext>
            </a:extLst>
          </p:cNvPr>
          <p:cNvSpPr txBox="1">
            <a:spLocks noChangeArrowheads="1"/>
          </p:cNvSpPr>
          <p:nvPr/>
        </p:nvSpPr>
        <p:spPr>
          <a:xfrm>
            <a:off x="938882" y="1700808"/>
            <a:ext cx="7521550" cy="10081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Escribe la función </a:t>
            </a:r>
            <a:r>
              <a:rPr lang="es-MX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grafica2</a:t>
            </a: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que recibe como parámetro de entrada el tablero o </a:t>
            </a:r>
            <a:r>
              <a:rPr lang="es-MX" sz="1800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dataframe</a:t>
            </a: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 La función deberá generar una gráfica con </a:t>
            </a:r>
            <a:r>
              <a:rPr lang="es-ES" sz="18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dos cuadrantes </a:t>
            </a:r>
            <a:r>
              <a:rPr lang="es-ES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(dos gráficas en un tablero)</a:t>
            </a:r>
          </a:p>
          <a:p>
            <a:pPr marL="0" lvl="1" indent="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s-MX" sz="18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19DBD1B-BCB9-40FB-8153-3835981DC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64" y="3284984"/>
            <a:ext cx="6573472" cy="294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429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51588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Situación problema</a:t>
            </a:r>
            <a:b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MX" sz="31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grafica2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20B8BAE-0E56-4D13-B950-DF035C2A8FC1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2204864"/>
            <a:ext cx="2913037" cy="2952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gráfica con </a:t>
            </a:r>
            <a:r>
              <a:rPr lang="es-ES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con un elemento en el eje de las </a:t>
            </a:r>
            <a:r>
              <a:rPr lang="es-ES" sz="1800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x's</a:t>
            </a:r>
            <a:r>
              <a:rPr lang="es-ES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y dos elementos en el eje de las </a:t>
            </a:r>
            <a:r>
              <a:rPr lang="es-ES" sz="1800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y's</a:t>
            </a:r>
            <a:r>
              <a:rPr lang="es-ES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o una gráfica de subtablas usando el método </a:t>
            </a:r>
            <a:r>
              <a:rPr lang="es-ES" sz="18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groupby</a:t>
            </a:r>
            <a:r>
              <a:rPr lang="es-ES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(12%). </a:t>
            </a:r>
          </a:p>
          <a:p>
            <a:pPr marL="0" lvl="1" indent="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s-MX" sz="18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796D06-515B-4DA9-A299-B764032D2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661" y="2132856"/>
            <a:ext cx="4226670" cy="333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269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1832</TotalTime>
  <Words>1188</Words>
  <Application>Microsoft Office PowerPoint</Application>
  <PresentationFormat>Presentación en pantalla (4:3)</PresentationFormat>
  <Paragraphs>80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Dom Casual</vt:lpstr>
      <vt:lpstr>Tema de Office</vt:lpstr>
      <vt:lpstr>TC1037. Pensamiento algorítmico</vt:lpstr>
      <vt:lpstr>Situación problema Objetivo</vt:lpstr>
      <vt:lpstr>Situación problema Metodología</vt:lpstr>
      <vt:lpstr>Situación problema Primera entrega</vt:lpstr>
      <vt:lpstr>Situación problema Segunda entrega</vt:lpstr>
      <vt:lpstr>Situación problema Entrega final</vt:lpstr>
      <vt:lpstr>Situación problema Entrega final</vt:lpstr>
      <vt:lpstr>Situación problema Documentación</vt:lpstr>
      <vt:lpstr>Situación problema Programa</vt:lpstr>
      <vt:lpstr>Situación problema Menú con números</vt:lpstr>
      <vt:lpstr>Situación problema Programa</vt:lpstr>
      <vt:lpstr>Situación problema Función estadística descriptiva</vt:lpstr>
      <vt:lpstr>Situación problema Función grafica1</vt:lpstr>
      <vt:lpstr>Situación problema Función grafica2</vt:lpstr>
      <vt:lpstr>Situación problema Función grafica2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123</cp:revision>
  <dcterms:created xsi:type="dcterms:W3CDTF">2013-06-24T20:15:42Z</dcterms:created>
  <dcterms:modified xsi:type="dcterms:W3CDTF">2026-08-24T23:20:23Z</dcterms:modified>
</cp:coreProperties>
</file>